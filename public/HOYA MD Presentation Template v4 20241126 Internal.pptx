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68" r:id="rId3"/>
    <p:sldId id="257" r:id="rId4"/>
    <p:sldId id="267" r:id="rId5"/>
    <p:sldId id="258" r:id="rId6"/>
    <p:sldId id="261" r:id="rId7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5" pos="14904" userDrawn="1">
          <p15:clr>
            <a:srgbClr val="A4A3A4"/>
          </p15:clr>
        </p15:guide>
        <p15:guide id="6" orient="horz" pos="840" userDrawn="1">
          <p15:clr>
            <a:srgbClr val="A4A3A4"/>
          </p15:clr>
        </p15:guide>
        <p15:guide id="7" orient="horz" pos="81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SS Adam (MD HUSA)" initials="LA(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BC"/>
    <a:srgbClr val="2D2A28"/>
    <a:srgbClr val="2153B1"/>
    <a:srgbClr val="005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850E8-3D33-4F41-BD02-2008B1A95A27}" v="1" dt="2024-11-26T02:56:40.233"/>
    <p1510:client id="{E3E373F9-04B0-40CB-A3A2-5CB7B455C67F}" v="14" dt="2024-11-26T02:41:24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789"/>
  </p:normalViewPr>
  <p:slideViewPr>
    <p:cSldViewPr snapToGrid="0" snapToObjects="1">
      <p:cViewPr varScale="1">
        <p:scale>
          <a:sx n="26" d="100"/>
          <a:sy n="26" d="100"/>
        </p:scale>
        <p:origin x="1160" y="252"/>
      </p:cViewPr>
      <p:guideLst>
        <p:guide orient="horz" pos="1656"/>
        <p:guide pos="7680"/>
        <p:guide pos="456"/>
        <p:guide pos="14904"/>
        <p:guide orient="horz" pos="840"/>
        <p:guide orient="horz" pos="81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 showGuides="1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EEWONGWATTANA Pornpimon" userId="5770fb3e-d9d2-4dce-a7be-9f9f568486ce" providerId="ADAL" clId="{00A2C146-E31E-401D-9DB5-724B4823D862}"/>
    <pc:docChg chg="addSld delSld modSld">
      <pc:chgData name="MANEEWONGWATTANA Pornpimon" userId="5770fb3e-d9d2-4dce-a7be-9f9f568486ce" providerId="ADAL" clId="{00A2C146-E31E-401D-9DB5-724B4823D862}" dt="2023-07-20T02:50:15.280" v="3" actId="403"/>
      <pc:docMkLst>
        <pc:docMk/>
      </pc:docMkLst>
      <pc:sldChg chg="modSp mod">
        <pc:chgData name="MANEEWONGWATTANA Pornpimon" userId="5770fb3e-d9d2-4dce-a7be-9f9f568486ce" providerId="ADAL" clId="{00A2C146-E31E-401D-9DB5-724B4823D862}" dt="2023-07-20T02:50:15.280" v="3" actId="403"/>
        <pc:sldMkLst>
          <pc:docMk/>
          <pc:sldMk cId="258196176" sldId="256"/>
        </pc:sldMkLst>
        <pc:spChg chg="mod">
          <ac:chgData name="MANEEWONGWATTANA Pornpimon" userId="5770fb3e-d9d2-4dce-a7be-9f9f568486ce" providerId="ADAL" clId="{00A2C146-E31E-401D-9DB5-724B4823D862}" dt="2023-07-20T02:50:15.280" v="3" actId="403"/>
          <ac:spMkLst>
            <pc:docMk/>
            <pc:sldMk cId="258196176" sldId="256"/>
            <ac:spMk id="2" creationId="{88A13741-9414-5B52-C5B0-5496EA6D8870}"/>
          </ac:spMkLst>
        </pc:spChg>
      </pc:sldChg>
      <pc:sldChg chg="del">
        <pc:chgData name="MANEEWONGWATTANA Pornpimon" userId="5770fb3e-d9d2-4dce-a7be-9f9f568486ce" providerId="ADAL" clId="{00A2C146-E31E-401D-9DB5-724B4823D862}" dt="2023-07-20T02:50:02.632" v="0" actId="2696"/>
        <pc:sldMkLst>
          <pc:docMk/>
          <pc:sldMk cId="386049548" sldId="259"/>
        </pc:sldMkLst>
      </pc:sldChg>
      <pc:sldChg chg="add">
        <pc:chgData name="MANEEWONGWATTANA Pornpimon" userId="5770fb3e-d9d2-4dce-a7be-9f9f568486ce" providerId="ADAL" clId="{00A2C146-E31E-401D-9DB5-724B4823D862}" dt="2023-07-20T02:50:04.236" v="1"/>
        <pc:sldMkLst>
          <pc:docMk/>
          <pc:sldMk cId="3538113952" sldId="259"/>
        </pc:sldMkLst>
      </pc:sldChg>
      <pc:sldMasterChg chg="delSldLayout">
        <pc:chgData name="MANEEWONGWATTANA Pornpimon" userId="5770fb3e-d9d2-4dce-a7be-9f9f568486ce" providerId="ADAL" clId="{00A2C146-E31E-401D-9DB5-724B4823D862}" dt="2023-07-20T02:50:02.632" v="0" actId="2696"/>
        <pc:sldMasterMkLst>
          <pc:docMk/>
          <pc:sldMasterMk cId="250681893" sldId="2147483660"/>
        </pc:sldMasterMkLst>
        <pc:sldLayoutChg chg="del">
          <pc:chgData name="MANEEWONGWATTANA Pornpimon" userId="5770fb3e-d9d2-4dce-a7be-9f9f568486ce" providerId="ADAL" clId="{00A2C146-E31E-401D-9DB5-724B4823D862}" dt="2023-07-20T02:50:02.632" v="0" actId="2696"/>
          <pc:sldLayoutMkLst>
            <pc:docMk/>
            <pc:sldMasterMk cId="250681893" sldId="2147483660"/>
            <pc:sldLayoutMk cId="1855544926" sldId="2147483690"/>
          </pc:sldLayoutMkLst>
        </pc:sldLayoutChg>
      </pc:sldMasterChg>
    </pc:docChg>
  </pc:docChgLst>
  <pc:docChgLst>
    <pc:chgData name="MANEEWONGWATTANA Pornpimon" userId="5770fb3e-d9d2-4dce-a7be-9f9f568486ce" providerId="ADAL" clId="{E3E373F9-04B0-40CB-A3A2-5CB7B455C67F}"/>
    <pc:docChg chg="undo custSel addSld delSld modSld modMainMaster">
      <pc:chgData name="MANEEWONGWATTANA Pornpimon" userId="5770fb3e-d9d2-4dce-a7be-9f9f568486ce" providerId="ADAL" clId="{E3E373F9-04B0-40CB-A3A2-5CB7B455C67F}" dt="2024-11-26T02:49:00.421" v="1068" actId="1036"/>
      <pc:docMkLst>
        <pc:docMk/>
      </pc:docMkLst>
      <pc:sldChg chg="modSp mod">
        <pc:chgData name="MANEEWONGWATTANA Pornpimon" userId="5770fb3e-d9d2-4dce-a7be-9f9f568486ce" providerId="ADAL" clId="{E3E373F9-04B0-40CB-A3A2-5CB7B455C67F}" dt="2024-11-26T02:14:08.815" v="320" actId="1035"/>
        <pc:sldMkLst>
          <pc:docMk/>
          <pc:sldMk cId="258196176" sldId="256"/>
        </pc:sldMkLst>
        <pc:spChg chg="mod">
          <ac:chgData name="MANEEWONGWATTANA Pornpimon" userId="5770fb3e-d9d2-4dce-a7be-9f9f568486ce" providerId="ADAL" clId="{E3E373F9-04B0-40CB-A3A2-5CB7B455C67F}" dt="2024-11-26T02:14:08.815" v="320" actId="1035"/>
          <ac:spMkLst>
            <pc:docMk/>
            <pc:sldMk cId="258196176" sldId="256"/>
            <ac:spMk id="2" creationId="{88A13741-9414-5B52-C5B0-5496EA6D8870}"/>
          </ac:spMkLst>
        </pc:spChg>
        <pc:spChg chg="mod">
          <ac:chgData name="MANEEWONGWATTANA Pornpimon" userId="5770fb3e-d9d2-4dce-a7be-9f9f568486ce" providerId="ADAL" clId="{E3E373F9-04B0-40CB-A3A2-5CB7B455C67F}" dt="2024-11-26T01:39:47.368" v="1" actId="14100"/>
          <ac:spMkLst>
            <pc:docMk/>
            <pc:sldMk cId="258196176" sldId="256"/>
            <ac:spMk id="4" creationId="{D7183729-2621-4F9B-9D4A-343DF8B234FC}"/>
          </ac:spMkLst>
        </pc:spChg>
      </pc:sldChg>
      <pc:sldChg chg="addSp delSp modSp mod">
        <pc:chgData name="MANEEWONGWATTANA Pornpimon" userId="5770fb3e-d9d2-4dce-a7be-9f9f568486ce" providerId="ADAL" clId="{E3E373F9-04B0-40CB-A3A2-5CB7B455C67F}" dt="2024-11-26T02:49:00.421" v="1068" actId="1036"/>
        <pc:sldMkLst>
          <pc:docMk/>
          <pc:sldMk cId="971051159" sldId="257"/>
        </pc:sldMkLst>
        <pc:spChg chg="add mod">
          <ac:chgData name="MANEEWONGWATTANA Pornpimon" userId="5770fb3e-d9d2-4dce-a7be-9f9f568486ce" providerId="ADAL" clId="{E3E373F9-04B0-40CB-A3A2-5CB7B455C67F}" dt="2024-11-26T02:26:27.070" v="878" actId="1035"/>
          <ac:spMkLst>
            <pc:docMk/>
            <pc:sldMk cId="971051159" sldId="257"/>
            <ac:spMk id="2" creationId="{95A5C4F8-60CC-6247-B76B-2DCF3CF2C2A2}"/>
          </ac:spMkLst>
        </pc:spChg>
        <pc:spChg chg="add mod">
          <ac:chgData name="MANEEWONGWATTANA Pornpimon" userId="5770fb3e-d9d2-4dce-a7be-9f9f568486ce" providerId="ADAL" clId="{E3E373F9-04B0-40CB-A3A2-5CB7B455C67F}" dt="2024-11-26T02:49:00.421" v="1068" actId="1036"/>
          <ac:spMkLst>
            <pc:docMk/>
            <pc:sldMk cId="971051159" sldId="257"/>
            <ac:spMk id="4" creationId="{DD1399AB-3431-20B8-6547-829FBE27D6D8}"/>
          </ac:spMkLst>
        </pc:spChg>
        <pc:spChg chg="add mod ord">
          <ac:chgData name="MANEEWONGWATTANA Pornpimon" userId="5770fb3e-d9d2-4dce-a7be-9f9f568486ce" providerId="ADAL" clId="{E3E373F9-04B0-40CB-A3A2-5CB7B455C67F}" dt="2024-11-26T02:28:39.885" v="948" actId="20577"/>
          <ac:spMkLst>
            <pc:docMk/>
            <pc:sldMk cId="971051159" sldId="257"/>
            <ac:spMk id="5" creationId="{4A3ED829-43CE-DEE4-4586-19B6F9A94890}"/>
          </ac:spMkLst>
        </pc:spChg>
        <pc:spChg chg="del mod">
          <ac:chgData name="MANEEWONGWATTANA Pornpimon" userId="5770fb3e-d9d2-4dce-a7be-9f9f568486ce" providerId="ADAL" clId="{E3E373F9-04B0-40CB-A3A2-5CB7B455C67F}" dt="2024-11-26T02:19:27.195" v="742" actId="478"/>
          <ac:spMkLst>
            <pc:docMk/>
            <pc:sldMk cId="971051159" sldId="257"/>
            <ac:spMk id="7" creationId="{50570F8C-61D0-7743-BD91-EFDF569D78AA}"/>
          </ac:spMkLst>
        </pc:spChg>
        <pc:spChg chg="del mod">
          <ac:chgData name="MANEEWONGWATTANA Pornpimon" userId="5770fb3e-d9d2-4dce-a7be-9f9f568486ce" providerId="ADAL" clId="{E3E373F9-04B0-40CB-A3A2-5CB7B455C67F}" dt="2024-11-26T01:55:38.983" v="255" actId="478"/>
          <ac:spMkLst>
            <pc:docMk/>
            <pc:sldMk cId="971051159" sldId="257"/>
            <ac:spMk id="8" creationId="{50570F8C-61D0-7743-BD91-EFDF569D78AA}"/>
          </ac:spMkLst>
        </pc:spChg>
        <pc:spChg chg="del mod">
          <ac:chgData name="MANEEWONGWATTANA Pornpimon" userId="5770fb3e-d9d2-4dce-a7be-9f9f568486ce" providerId="ADAL" clId="{E3E373F9-04B0-40CB-A3A2-5CB7B455C67F}" dt="2024-11-26T02:14:32.305" v="344" actId="478"/>
          <ac:spMkLst>
            <pc:docMk/>
            <pc:sldMk cId="971051159" sldId="257"/>
            <ac:spMk id="9" creationId="{50570F8C-61D0-7743-BD91-EFDF569D78AA}"/>
          </ac:spMkLst>
        </pc:spChg>
        <pc:cxnChg chg="del mod">
          <ac:chgData name="MANEEWONGWATTANA Pornpimon" userId="5770fb3e-d9d2-4dce-a7be-9f9f568486ce" providerId="ADAL" clId="{E3E373F9-04B0-40CB-A3A2-5CB7B455C67F}" dt="2024-11-26T02:14:34.085" v="345" actId="478"/>
          <ac:cxnSpMkLst>
            <pc:docMk/>
            <pc:sldMk cId="971051159" sldId="257"/>
            <ac:cxnSpMk id="12" creationId="{00000000-0000-0000-0000-000000000000}"/>
          </ac:cxnSpMkLst>
        </pc:cxnChg>
      </pc:sldChg>
      <pc:sldChg chg="modSp mod">
        <pc:chgData name="MANEEWONGWATTANA Pornpimon" userId="5770fb3e-d9d2-4dce-a7be-9f9f568486ce" providerId="ADAL" clId="{E3E373F9-04B0-40CB-A3A2-5CB7B455C67F}" dt="2024-11-26T02:35:45.401" v="960" actId="20577"/>
        <pc:sldMkLst>
          <pc:docMk/>
          <pc:sldMk cId="1350161704" sldId="258"/>
        </pc:sldMkLst>
        <pc:spChg chg="mod">
          <ac:chgData name="MANEEWONGWATTANA Pornpimon" userId="5770fb3e-d9d2-4dce-a7be-9f9f568486ce" providerId="ADAL" clId="{E3E373F9-04B0-40CB-A3A2-5CB7B455C67F}" dt="2024-11-26T02:35:45.401" v="960" actId="20577"/>
          <ac:spMkLst>
            <pc:docMk/>
            <pc:sldMk cId="1350161704" sldId="258"/>
            <ac:spMk id="3" creationId="{50570F8C-61D0-7743-BD91-EFDF569D78AA}"/>
          </ac:spMkLst>
        </pc:spChg>
      </pc:sldChg>
      <pc:sldChg chg="del">
        <pc:chgData name="MANEEWONGWATTANA Pornpimon" userId="5770fb3e-d9d2-4dce-a7be-9f9f568486ce" providerId="ADAL" clId="{E3E373F9-04B0-40CB-A3A2-5CB7B455C67F}" dt="2024-11-26T01:40:42.996" v="12" actId="2696"/>
        <pc:sldMkLst>
          <pc:docMk/>
          <pc:sldMk cId="3538113952" sldId="259"/>
        </pc:sldMkLst>
      </pc:sldChg>
      <pc:sldChg chg="del">
        <pc:chgData name="MANEEWONGWATTANA Pornpimon" userId="5770fb3e-d9d2-4dce-a7be-9f9f568486ce" providerId="ADAL" clId="{E3E373F9-04B0-40CB-A3A2-5CB7B455C67F}" dt="2024-11-26T01:41:33.594" v="71" actId="2696"/>
        <pc:sldMkLst>
          <pc:docMk/>
          <pc:sldMk cId="786655649" sldId="260"/>
        </pc:sldMkLst>
      </pc:sldChg>
      <pc:sldChg chg="modSp add del mod">
        <pc:chgData name="MANEEWONGWATTANA Pornpimon" userId="5770fb3e-d9d2-4dce-a7be-9f9f568486ce" providerId="ADAL" clId="{E3E373F9-04B0-40CB-A3A2-5CB7B455C67F}" dt="2024-11-26T02:19:02.753" v="708" actId="47"/>
        <pc:sldMkLst>
          <pc:docMk/>
          <pc:sldMk cId="1385901322" sldId="260"/>
        </pc:sldMkLst>
        <pc:spChg chg="mod">
          <ac:chgData name="MANEEWONGWATTANA Pornpimon" userId="5770fb3e-d9d2-4dce-a7be-9f9f568486ce" providerId="ADAL" clId="{E3E373F9-04B0-40CB-A3A2-5CB7B455C67F}" dt="2024-11-26T02:18:19.472" v="702" actId="1036"/>
          <ac:spMkLst>
            <pc:docMk/>
            <pc:sldMk cId="1385901322" sldId="260"/>
            <ac:spMk id="7" creationId="{50570F8C-61D0-7743-BD91-EFDF569D78AA}"/>
          </ac:spMkLst>
        </pc:spChg>
      </pc:sldChg>
      <pc:sldChg chg="delSp modSp mod">
        <pc:chgData name="MANEEWONGWATTANA Pornpimon" userId="5770fb3e-d9d2-4dce-a7be-9f9f568486ce" providerId="ADAL" clId="{E3E373F9-04B0-40CB-A3A2-5CB7B455C67F}" dt="2024-11-26T02:20:16.031" v="763" actId="478"/>
        <pc:sldMkLst>
          <pc:docMk/>
          <pc:sldMk cId="3117733868" sldId="261"/>
        </pc:sldMkLst>
        <pc:spChg chg="del">
          <ac:chgData name="MANEEWONGWATTANA Pornpimon" userId="5770fb3e-d9d2-4dce-a7be-9f9f568486ce" providerId="ADAL" clId="{E3E373F9-04B0-40CB-A3A2-5CB7B455C67F}" dt="2024-11-26T02:20:16.031" v="763" actId="478"/>
          <ac:spMkLst>
            <pc:docMk/>
            <pc:sldMk cId="3117733868" sldId="261"/>
            <ac:spMk id="2" creationId="{FAFB8C7B-89DF-7A67-51DA-CBBC6578614A}"/>
          </ac:spMkLst>
        </pc:spChg>
        <pc:spChg chg="mod">
          <ac:chgData name="MANEEWONGWATTANA Pornpimon" userId="5770fb3e-d9d2-4dce-a7be-9f9f568486ce" providerId="ADAL" clId="{E3E373F9-04B0-40CB-A3A2-5CB7B455C67F}" dt="2024-11-26T02:20:12.917" v="762" actId="404"/>
          <ac:spMkLst>
            <pc:docMk/>
            <pc:sldMk cId="3117733868" sldId="261"/>
            <ac:spMk id="3" creationId="{6FB088F0-6479-9639-55D5-94B84FBCD63A}"/>
          </ac:spMkLst>
        </pc:spChg>
      </pc:sldChg>
      <pc:sldChg chg="modSp del mod">
        <pc:chgData name="MANEEWONGWATTANA Pornpimon" userId="5770fb3e-d9d2-4dce-a7be-9f9f568486ce" providerId="ADAL" clId="{E3E373F9-04B0-40CB-A3A2-5CB7B455C67F}" dt="2024-11-26T01:41:33.594" v="71" actId="2696"/>
        <pc:sldMkLst>
          <pc:docMk/>
          <pc:sldMk cId="0" sldId="267"/>
        </pc:sldMkLst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14" creationId="{72B06128-1D99-44A6-9378-F777823F5FCF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15" creationId="{DA517FDD-E3DB-41F6-A382-279B5878E993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18" creationId="{A02FAF05-0644-40DD-9451-52C03670186E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19" creationId="{324183BB-EA64-4C9D-B8BC-06C93C8D0456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409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410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411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1:39:34.076" v="0" actId="403"/>
          <ac:spMkLst>
            <pc:docMk/>
            <pc:sldMk cId="0" sldId="267"/>
            <ac:spMk id="412" creationId="{00000000-0000-0000-0000-000000000000}"/>
          </ac:spMkLst>
        </pc:spChg>
      </pc:sldChg>
      <pc:sldChg chg="modSp add del mod">
        <pc:chgData name="MANEEWONGWATTANA Pornpimon" userId="5770fb3e-d9d2-4dce-a7be-9f9f568486ce" providerId="ADAL" clId="{E3E373F9-04B0-40CB-A3A2-5CB7B455C67F}" dt="2024-11-26T01:42:10.535" v="116" actId="2696"/>
        <pc:sldMkLst>
          <pc:docMk/>
          <pc:sldMk cId="1083755776" sldId="267"/>
        </pc:sldMkLst>
        <pc:spChg chg="mod">
          <ac:chgData name="MANEEWONGWATTANA Pornpimon" userId="5770fb3e-d9d2-4dce-a7be-9f9f568486ce" providerId="ADAL" clId="{E3E373F9-04B0-40CB-A3A2-5CB7B455C67F}" dt="2024-11-26T01:42:05.922" v="115" actId="14100"/>
          <ac:spMkLst>
            <pc:docMk/>
            <pc:sldMk cId="1083755776" sldId="267"/>
            <ac:spMk id="407" creationId="{00000000-0000-0000-0000-000000000000}"/>
          </ac:spMkLst>
        </pc:spChg>
      </pc:sldChg>
      <pc:sldChg chg="addSp delSp modSp add mod delAnim">
        <pc:chgData name="MANEEWONGWATTANA Pornpimon" userId="5770fb3e-d9d2-4dce-a7be-9f9f568486ce" providerId="ADAL" clId="{E3E373F9-04B0-40CB-A3A2-5CB7B455C67F}" dt="2024-11-26T02:48:44.317" v="1066" actId="14100"/>
        <pc:sldMkLst>
          <pc:docMk/>
          <pc:sldMk cId="2528370180" sldId="267"/>
        </pc:sldMkLst>
        <pc:spChg chg="add mod">
          <ac:chgData name="MANEEWONGWATTANA Pornpimon" userId="5770fb3e-d9d2-4dce-a7be-9f9f568486ce" providerId="ADAL" clId="{E3E373F9-04B0-40CB-A3A2-5CB7B455C67F}" dt="2024-11-26T02:16:50.147" v="635" actId="1037"/>
          <ac:spMkLst>
            <pc:docMk/>
            <pc:sldMk cId="2528370180" sldId="267"/>
            <ac:spMk id="2" creationId="{186C6245-36BD-B79F-23C9-73B5358E405C}"/>
          </ac:spMkLst>
        </pc:spChg>
        <pc:spChg chg="add mod">
          <ac:chgData name="MANEEWONGWATTANA Pornpimon" userId="5770fb3e-d9d2-4dce-a7be-9f9f568486ce" providerId="ADAL" clId="{E3E373F9-04B0-40CB-A3A2-5CB7B455C67F}" dt="2024-11-26T02:16:21.067" v="557" actId="1035"/>
          <ac:spMkLst>
            <pc:docMk/>
            <pc:sldMk cId="2528370180" sldId="267"/>
            <ac:spMk id="3" creationId="{F7906E96-E2F7-7475-6A15-9465E6CA28A4}"/>
          </ac:spMkLst>
        </pc:spChg>
        <pc:spChg chg="add mod">
          <ac:chgData name="MANEEWONGWATTANA Pornpimon" userId="5770fb3e-d9d2-4dce-a7be-9f9f568486ce" providerId="ADAL" clId="{E3E373F9-04B0-40CB-A3A2-5CB7B455C67F}" dt="2024-11-26T02:48:44.317" v="1066" actId="14100"/>
          <ac:spMkLst>
            <pc:docMk/>
            <pc:sldMk cId="2528370180" sldId="267"/>
            <ac:spMk id="4" creationId="{DAD3B517-2587-9C03-8045-576222C46BE1}"/>
          </ac:spMkLst>
        </pc:spChg>
        <pc:spChg chg="del">
          <ac:chgData name="MANEEWONGWATTANA Pornpimon" userId="5770fb3e-d9d2-4dce-a7be-9f9f568486ce" providerId="ADAL" clId="{E3E373F9-04B0-40CB-A3A2-5CB7B455C67F}" dt="2024-11-26T01:42:21.508" v="118" actId="478"/>
          <ac:spMkLst>
            <pc:docMk/>
            <pc:sldMk cId="2528370180" sldId="267"/>
            <ac:spMk id="11" creationId="{00000000-0000-0000-0000-000000000000}"/>
          </ac:spMkLst>
        </pc:spChg>
        <pc:spChg chg="del">
          <ac:chgData name="MANEEWONGWATTANA Pornpimon" userId="5770fb3e-d9d2-4dce-a7be-9f9f568486ce" providerId="ADAL" clId="{E3E373F9-04B0-40CB-A3A2-5CB7B455C67F}" dt="2024-11-26T01:42:34.163" v="122" actId="478"/>
          <ac:spMkLst>
            <pc:docMk/>
            <pc:sldMk cId="2528370180" sldId="267"/>
            <ac:spMk id="13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16:50.147" v="635" actId="1037"/>
          <ac:spMkLst>
            <pc:docMk/>
            <pc:sldMk cId="2528370180" sldId="267"/>
            <ac:spMk id="14" creationId="{72B06128-1D99-44A6-9378-F777823F5FCF}"/>
          </ac:spMkLst>
        </pc:spChg>
        <pc:spChg chg="mod">
          <ac:chgData name="MANEEWONGWATTANA Pornpimon" userId="5770fb3e-d9d2-4dce-a7be-9f9f568486ce" providerId="ADAL" clId="{E3E373F9-04B0-40CB-A3A2-5CB7B455C67F}" dt="2024-11-26T02:16:37.633" v="600" actId="1036"/>
          <ac:spMkLst>
            <pc:docMk/>
            <pc:sldMk cId="2528370180" sldId="267"/>
            <ac:spMk id="15" creationId="{DA517FDD-E3DB-41F6-A382-279B5878E993}"/>
          </ac:spMkLst>
        </pc:spChg>
        <pc:spChg chg="del">
          <ac:chgData name="MANEEWONGWATTANA Pornpimon" userId="5770fb3e-d9d2-4dce-a7be-9f9f568486ce" providerId="ADAL" clId="{E3E373F9-04B0-40CB-A3A2-5CB7B455C67F}" dt="2024-11-26T01:42:31.883" v="121" actId="478"/>
          <ac:spMkLst>
            <pc:docMk/>
            <pc:sldMk cId="2528370180" sldId="267"/>
            <ac:spMk id="17" creationId="{8CD8ABF8-C921-4A5A-9E31-3EFCE0911F6A}"/>
          </ac:spMkLst>
        </pc:spChg>
        <pc:spChg chg="mod">
          <ac:chgData name="MANEEWONGWATTANA Pornpimon" userId="5770fb3e-d9d2-4dce-a7be-9f9f568486ce" providerId="ADAL" clId="{E3E373F9-04B0-40CB-A3A2-5CB7B455C67F}" dt="2024-11-26T02:16:50.147" v="635" actId="1037"/>
          <ac:spMkLst>
            <pc:docMk/>
            <pc:sldMk cId="2528370180" sldId="267"/>
            <ac:spMk id="18" creationId="{A02FAF05-0644-40DD-9451-52C03670186E}"/>
          </ac:spMkLst>
        </pc:spChg>
        <pc:spChg chg="mod">
          <ac:chgData name="MANEEWONGWATTANA Pornpimon" userId="5770fb3e-d9d2-4dce-a7be-9f9f568486ce" providerId="ADAL" clId="{E3E373F9-04B0-40CB-A3A2-5CB7B455C67F}" dt="2024-11-26T02:16:41.725" v="615" actId="1036"/>
          <ac:spMkLst>
            <pc:docMk/>
            <pc:sldMk cId="2528370180" sldId="267"/>
            <ac:spMk id="19" creationId="{324183BB-EA64-4C9D-B8BC-06C93C8D0456}"/>
          </ac:spMkLst>
        </pc:spChg>
        <pc:spChg chg="mod">
          <ac:chgData name="MANEEWONGWATTANA Pornpimon" userId="5770fb3e-d9d2-4dce-a7be-9f9f568486ce" providerId="ADAL" clId="{E3E373F9-04B0-40CB-A3A2-5CB7B455C67F}" dt="2024-11-26T02:20:05.210" v="760" actId="1036"/>
          <ac:spMkLst>
            <pc:docMk/>
            <pc:sldMk cId="2528370180" sldId="267"/>
            <ac:spMk id="407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35:17.200" v="956" actId="1035"/>
          <ac:spMkLst>
            <pc:docMk/>
            <pc:sldMk cId="2528370180" sldId="267"/>
            <ac:spMk id="408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16:45.922" v="628" actId="1036"/>
          <ac:spMkLst>
            <pc:docMk/>
            <pc:sldMk cId="2528370180" sldId="267"/>
            <ac:spMk id="409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16:50.147" v="635" actId="1037"/>
          <ac:spMkLst>
            <pc:docMk/>
            <pc:sldMk cId="2528370180" sldId="267"/>
            <ac:spMk id="410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16:32.192" v="579" actId="1038"/>
          <ac:spMkLst>
            <pc:docMk/>
            <pc:sldMk cId="2528370180" sldId="267"/>
            <ac:spMk id="411" creationId="{00000000-0000-0000-0000-000000000000}"/>
          </ac:spMkLst>
        </pc:spChg>
        <pc:spChg chg="mod">
          <ac:chgData name="MANEEWONGWATTANA Pornpimon" userId="5770fb3e-d9d2-4dce-a7be-9f9f568486ce" providerId="ADAL" clId="{E3E373F9-04B0-40CB-A3A2-5CB7B455C67F}" dt="2024-11-26T02:16:50.147" v="635" actId="1037"/>
          <ac:spMkLst>
            <pc:docMk/>
            <pc:sldMk cId="2528370180" sldId="267"/>
            <ac:spMk id="412" creationId="{00000000-0000-0000-0000-000000000000}"/>
          </ac:spMkLst>
        </pc:spChg>
        <pc:spChg chg="del">
          <ac:chgData name="MANEEWONGWATTANA Pornpimon" userId="5770fb3e-d9d2-4dce-a7be-9f9f568486ce" providerId="ADAL" clId="{E3E373F9-04B0-40CB-A3A2-5CB7B455C67F}" dt="2024-11-26T01:42:24.156" v="119" actId="478"/>
          <ac:spMkLst>
            <pc:docMk/>
            <pc:sldMk cId="2528370180" sldId="267"/>
            <ac:spMk id="413" creationId="{00000000-0000-0000-0000-000000000000}"/>
          </ac:spMkLst>
        </pc:spChg>
        <pc:picChg chg="del">
          <ac:chgData name="MANEEWONGWATTANA Pornpimon" userId="5770fb3e-d9d2-4dce-a7be-9f9f568486ce" providerId="ADAL" clId="{E3E373F9-04B0-40CB-A3A2-5CB7B455C67F}" dt="2024-11-26T01:42:29.367" v="120" actId="478"/>
          <ac:picMkLst>
            <pc:docMk/>
            <pc:sldMk cId="2528370180" sldId="267"/>
            <ac:picMk id="5" creationId="{DF02EE2E-10FC-47B0-BD23-07962F0FDD47}"/>
          </ac:picMkLst>
        </pc:picChg>
      </pc:sldChg>
      <pc:sldChg chg="modSp new mod">
        <pc:chgData name="MANEEWONGWATTANA Pornpimon" userId="5770fb3e-d9d2-4dce-a7be-9f9f568486ce" providerId="ADAL" clId="{E3E373F9-04B0-40CB-A3A2-5CB7B455C67F}" dt="2024-11-26T01:41:01.629" v="30" actId="1037"/>
        <pc:sldMkLst>
          <pc:docMk/>
          <pc:sldMk cId="2247731573" sldId="268"/>
        </pc:sldMkLst>
        <pc:spChg chg="mod">
          <ac:chgData name="MANEEWONGWATTANA Pornpimon" userId="5770fb3e-d9d2-4dce-a7be-9f9f568486ce" providerId="ADAL" clId="{E3E373F9-04B0-40CB-A3A2-5CB7B455C67F}" dt="2024-11-26T01:40:51.755" v="22" actId="1076"/>
          <ac:spMkLst>
            <pc:docMk/>
            <pc:sldMk cId="2247731573" sldId="268"/>
            <ac:spMk id="2" creationId="{B3B24EB2-1C16-F42F-3BCF-0DA408B7605A}"/>
          </ac:spMkLst>
        </pc:spChg>
        <pc:spChg chg="mod">
          <ac:chgData name="MANEEWONGWATTANA Pornpimon" userId="5770fb3e-d9d2-4dce-a7be-9f9f568486ce" providerId="ADAL" clId="{E3E373F9-04B0-40CB-A3A2-5CB7B455C67F}" dt="2024-11-26T01:41:01.629" v="30" actId="1037"/>
          <ac:spMkLst>
            <pc:docMk/>
            <pc:sldMk cId="2247731573" sldId="268"/>
            <ac:spMk id="3" creationId="{BD59F10B-6377-22DD-5EDB-66AB9047B042}"/>
          </ac:spMkLst>
        </pc:spChg>
      </pc:sldChg>
      <pc:sldChg chg="addSp delSp modSp add del mod">
        <pc:chgData name="MANEEWONGWATTANA Pornpimon" userId="5770fb3e-d9d2-4dce-a7be-9f9f568486ce" providerId="ADAL" clId="{E3E373F9-04B0-40CB-A3A2-5CB7B455C67F}" dt="2024-11-26T02:19:02.753" v="708" actId="47"/>
        <pc:sldMkLst>
          <pc:docMk/>
          <pc:sldMk cId="2974297009" sldId="269"/>
        </pc:sldMkLst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2" creationId="{7830FD1C-17F4-8222-4F8E-A4C75AF551A3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3" creationId="{21026A47-73D1-798C-97E1-2E420D11DD3B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14" creationId="{83166C80-221E-1532-ABBD-70BDBBE47C88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15" creationId="{71EB1D7A-455A-D38D-5846-7E0981688552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18" creationId="{97C2A68A-670C-D87A-6ECA-982D540CA877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19" creationId="{17A92936-7CBD-66F0-D2AF-A717E93A6A73}"/>
          </ac:spMkLst>
        </pc:spChg>
        <pc:spChg chg="del">
          <ac:chgData name="MANEEWONGWATTANA Pornpimon" userId="5770fb3e-d9d2-4dce-a7be-9f9f568486ce" providerId="ADAL" clId="{E3E373F9-04B0-40CB-A3A2-5CB7B455C67F}" dt="2024-11-26T02:18:27.056" v="704" actId="478"/>
          <ac:spMkLst>
            <pc:docMk/>
            <pc:sldMk cId="2974297009" sldId="269"/>
            <ac:spMk id="408" creationId="{706F7859-BDBD-0F07-FCBE-0B80EAD26082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409" creationId="{E95CF9DB-EF3B-993C-1D15-90981B8E7ED9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410" creationId="{007B61EC-0E16-CD7F-A9C2-D60AC8DF8846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411" creationId="{ACCC56DF-1F52-6BF9-0C05-53FE70907247}"/>
          </ac:spMkLst>
        </pc:spChg>
        <pc:spChg chg="del">
          <ac:chgData name="MANEEWONGWATTANA Pornpimon" userId="5770fb3e-d9d2-4dce-a7be-9f9f568486ce" providerId="ADAL" clId="{E3E373F9-04B0-40CB-A3A2-5CB7B455C67F}" dt="2024-11-26T02:18:29.449" v="705" actId="478"/>
          <ac:spMkLst>
            <pc:docMk/>
            <pc:sldMk cId="2974297009" sldId="269"/>
            <ac:spMk id="412" creationId="{4E2BAB07-5190-8758-CC2A-0B1AA88F34BB}"/>
          </ac:spMkLst>
        </pc:spChg>
        <pc:picChg chg="add mod">
          <ac:chgData name="MANEEWONGWATTANA Pornpimon" userId="5770fb3e-d9d2-4dce-a7be-9f9f568486ce" providerId="ADAL" clId="{E3E373F9-04B0-40CB-A3A2-5CB7B455C67F}" dt="2024-11-26T02:18:41.400" v="707" actId="1076"/>
          <ac:picMkLst>
            <pc:docMk/>
            <pc:sldMk cId="2974297009" sldId="269"/>
            <ac:picMk id="4" creationId="{8EB2A6A4-0C84-0E4F-8E9E-1B11E43E0F5B}"/>
          </ac:picMkLst>
        </pc:picChg>
      </pc:sldChg>
      <pc:sldMasterChg chg="addSp delSp modSp mod delSldLayout modSldLayout">
        <pc:chgData name="MANEEWONGWATTANA Pornpimon" userId="5770fb3e-d9d2-4dce-a7be-9f9f568486ce" providerId="ADAL" clId="{E3E373F9-04B0-40CB-A3A2-5CB7B455C67F}" dt="2024-11-26T01:59:45.130" v="279" actId="478"/>
        <pc:sldMasterMkLst>
          <pc:docMk/>
          <pc:sldMasterMk cId="250681893" sldId="2147483660"/>
        </pc:sldMasterMkLst>
        <pc:spChg chg="add mod">
          <ac:chgData name="MANEEWONGWATTANA Pornpimon" userId="5770fb3e-d9d2-4dce-a7be-9f9f568486ce" providerId="ADAL" clId="{E3E373F9-04B0-40CB-A3A2-5CB7B455C67F}" dt="2024-11-26T01:58:17.731" v="262"/>
          <ac:spMkLst>
            <pc:docMk/>
            <pc:sldMasterMk cId="250681893" sldId="2147483660"/>
            <ac:spMk id="3" creationId="{6B2F2A85-881C-77D0-8B6D-BF64285A68C8}"/>
          </ac:spMkLst>
        </pc:spChg>
        <pc:spChg chg="del">
          <ac:chgData name="MANEEWONGWATTANA Pornpimon" userId="5770fb3e-d9d2-4dce-a7be-9f9f568486ce" providerId="ADAL" clId="{E3E373F9-04B0-40CB-A3A2-5CB7B455C67F}" dt="2024-11-26T01:58:15.530" v="261" actId="478"/>
          <ac:spMkLst>
            <pc:docMk/>
            <pc:sldMasterMk cId="250681893" sldId="2147483660"/>
            <ac:spMk id="5" creationId="{747D753C-7878-43D0-B57D-1741FC46F8D8}"/>
          </ac:spMkLst>
        </pc:spChg>
        <pc:spChg chg="mod">
          <ac:chgData name="MANEEWONGWATTANA Pornpimon" userId="5770fb3e-d9d2-4dce-a7be-9f9f568486ce" providerId="ADAL" clId="{E3E373F9-04B0-40CB-A3A2-5CB7B455C67F}" dt="2024-11-26T01:58:31.709" v="264" actId="1035"/>
          <ac:spMkLst>
            <pc:docMk/>
            <pc:sldMasterMk cId="250681893" sldId="2147483660"/>
            <ac:spMk id="7" creationId="{99636877-A2E5-5243-BE16-6B7279068420}"/>
          </ac:spMkLst>
        </pc:spChg>
        <pc:sldLayoutChg chg="delSp mod">
          <pc:chgData name="MANEEWONGWATTANA Pornpimon" userId="5770fb3e-d9d2-4dce-a7be-9f9f568486ce" providerId="ADAL" clId="{E3E373F9-04B0-40CB-A3A2-5CB7B455C67F}" dt="2024-11-26T01:59:45.130" v="279" actId="478"/>
          <pc:sldLayoutMkLst>
            <pc:docMk/>
            <pc:sldMasterMk cId="250681893" sldId="2147483660"/>
            <pc:sldLayoutMk cId="2809007668" sldId="2147483673"/>
          </pc:sldLayoutMkLst>
          <pc:spChg chg="del">
            <ac:chgData name="MANEEWONGWATTANA Pornpimon" userId="5770fb3e-d9d2-4dce-a7be-9f9f568486ce" providerId="ADAL" clId="{E3E373F9-04B0-40CB-A3A2-5CB7B455C67F}" dt="2024-11-26T01:59:45.130" v="279" actId="478"/>
            <ac:spMkLst>
              <pc:docMk/>
              <pc:sldMasterMk cId="250681893" sldId="2147483660"/>
              <pc:sldLayoutMk cId="2809007668" sldId="2147483673"/>
              <ac:spMk id="10" creationId="{9EF9AAFF-636F-4919-813F-B3C1D690A80B}"/>
            </ac:spMkLst>
          </pc:spChg>
        </pc:sldLayoutChg>
        <pc:sldLayoutChg chg="addSp delSp modSp mod">
          <pc:chgData name="MANEEWONGWATTANA Pornpimon" userId="5770fb3e-d9d2-4dce-a7be-9f9f568486ce" providerId="ADAL" clId="{E3E373F9-04B0-40CB-A3A2-5CB7B455C67F}" dt="2024-11-26T01:59:16.408" v="278" actId="207"/>
          <pc:sldLayoutMkLst>
            <pc:docMk/>
            <pc:sldMasterMk cId="250681893" sldId="2147483660"/>
            <pc:sldLayoutMk cId="23242100" sldId="2147483688"/>
          </pc:sldLayoutMkLst>
          <pc:spChg chg="add mod">
            <ac:chgData name="MANEEWONGWATTANA Pornpimon" userId="5770fb3e-d9d2-4dce-a7be-9f9f568486ce" providerId="ADAL" clId="{E3E373F9-04B0-40CB-A3A2-5CB7B455C67F}" dt="2024-11-26T01:58:58.439" v="272" actId="207"/>
            <ac:spMkLst>
              <pc:docMk/>
              <pc:sldMasterMk cId="250681893" sldId="2147483660"/>
              <pc:sldLayoutMk cId="23242100" sldId="2147483688"/>
              <ac:spMk id="4" creationId="{F985D867-5D2E-68C0-CAA0-F4AB73DAE05C}"/>
            </ac:spMkLst>
          </pc:spChg>
          <pc:spChg chg="add mod">
            <ac:chgData name="MANEEWONGWATTANA Pornpimon" userId="5770fb3e-d9d2-4dce-a7be-9f9f568486ce" providerId="ADAL" clId="{E3E373F9-04B0-40CB-A3A2-5CB7B455C67F}" dt="2024-11-26T01:59:16.408" v="278" actId="207"/>
            <ac:spMkLst>
              <pc:docMk/>
              <pc:sldMasterMk cId="250681893" sldId="2147483660"/>
              <pc:sldLayoutMk cId="23242100" sldId="2147483688"/>
              <ac:spMk id="5" creationId="{46288828-29D7-375B-B806-6617C5BF71D1}"/>
            </ac:spMkLst>
          </pc:spChg>
          <pc:spChg chg="del">
            <ac:chgData name="MANEEWONGWATTANA Pornpimon" userId="5770fb3e-d9d2-4dce-a7be-9f9f568486ce" providerId="ADAL" clId="{E3E373F9-04B0-40CB-A3A2-5CB7B455C67F}" dt="2024-11-26T01:58:47.614" v="265" actId="478"/>
            <ac:spMkLst>
              <pc:docMk/>
              <pc:sldMasterMk cId="250681893" sldId="2147483660"/>
              <pc:sldLayoutMk cId="23242100" sldId="2147483688"/>
              <ac:spMk id="8" creationId="{60397EB7-D85F-442B-8940-740BDE268D96}"/>
            </ac:spMkLst>
          </pc:spChg>
        </pc:sldLayoutChg>
        <pc:sldLayoutChg chg="del">
          <pc:chgData name="MANEEWONGWATTANA Pornpimon" userId="5770fb3e-d9d2-4dce-a7be-9f9f568486ce" providerId="ADAL" clId="{E3E373F9-04B0-40CB-A3A2-5CB7B455C67F}" dt="2024-11-26T01:42:10.535" v="116" actId="2696"/>
          <pc:sldLayoutMkLst>
            <pc:docMk/>
            <pc:sldMasterMk cId="250681893" sldId="2147483660"/>
            <pc:sldLayoutMk cId="1674048032" sldId="2147483690"/>
          </pc:sldLayoutMkLst>
        </pc:sldLayoutChg>
        <pc:sldLayoutChg chg="del">
          <pc:chgData name="MANEEWONGWATTANA Pornpimon" userId="5770fb3e-d9d2-4dce-a7be-9f9f568486ce" providerId="ADAL" clId="{E3E373F9-04B0-40CB-A3A2-5CB7B455C67F}" dt="2024-11-26T01:41:33.594" v="71" actId="2696"/>
          <pc:sldLayoutMkLst>
            <pc:docMk/>
            <pc:sldMasterMk cId="250681893" sldId="2147483660"/>
            <pc:sldLayoutMk cId="2678839536" sldId="2147483691"/>
          </pc:sldLayoutMkLst>
        </pc:sldLayoutChg>
        <pc:sldLayoutChg chg="del">
          <pc:chgData name="MANEEWONGWATTANA Pornpimon" userId="5770fb3e-d9d2-4dce-a7be-9f9f568486ce" providerId="ADAL" clId="{E3E373F9-04B0-40CB-A3A2-5CB7B455C67F}" dt="2024-11-26T01:40:42.996" v="12" actId="2696"/>
          <pc:sldLayoutMkLst>
            <pc:docMk/>
            <pc:sldMasterMk cId="250681893" sldId="2147483660"/>
            <pc:sldLayoutMk cId="2485751394" sldId="2147483692"/>
          </pc:sldLayoutMkLst>
        </pc:sldLayoutChg>
      </pc:sldMasterChg>
    </pc:docChg>
  </pc:docChgLst>
  <pc:docChgLst>
    <pc:chgData name="MANEEWONGWATTANA Pornpimon" userId="5770fb3e-d9d2-4dce-a7be-9f9f568486ce" providerId="ADAL" clId="{516850E8-3D33-4F41-BD02-2008B1A95A27}"/>
    <pc:docChg chg="custSel modSld modMainMaster">
      <pc:chgData name="MANEEWONGWATTANA Pornpimon" userId="5770fb3e-d9d2-4dce-a7be-9f9f568486ce" providerId="ADAL" clId="{516850E8-3D33-4F41-BD02-2008B1A95A27}" dt="2024-11-26T04:52:17.013" v="8" actId="20577"/>
      <pc:docMkLst>
        <pc:docMk/>
      </pc:docMkLst>
      <pc:sldChg chg="modSp mod">
        <pc:chgData name="MANEEWONGWATTANA Pornpimon" userId="5770fb3e-d9d2-4dce-a7be-9f9f568486ce" providerId="ADAL" clId="{516850E8-3D33-4F41-BD02-2008B1A95A27}" dt="2024-11-26T04:52:17.013" v="8" actId="20577"/>
        <pc:sldMkLst>
          <pc:docMk/>
          <pc:sldMk cId="2528370180" sldId="267"/>
        </pc:sldMkLst>
        <pc:spChg chg="mod">
          <ac:chgData name="MANEEWONGWATTANA Pornpimon" userId="5770fb3e-d9d2-4dce-a7be-9f9f568486ce" providerId="ADAL" clId="{516850E8-3D33-4F41-BD02-2008B1A95A27}" dt="2024-11-26T04:52:17.013" v="8" actId="20577"/>
          <ac:spMkLst>
            <pc:docMk/>
            <pc:sldMk cId="2528370180" sldId="267"/>
            <ac:spMk id="18" creationId="{A02FAF05-0644-40DD-9451-52C03670186E}"/>
          </ac:spMkLst>
        </pc:spChg>
      </pc:sldChg>
      <pc:sldMasterChg chg="modSldLayout">
        <pc:chgData name="MANEEWONGWATTANA Pornpimon" userId="5770fb3e-d9d2-4dce-a7be-9f9f568486ce" providerId="ADAL" clId="{516850E8-3D33-4F41-BD02-2008B1A95A27}" dt="2024-11-26T02:57:01.060" v="7" actId="1035"/>
        <pc:sldMasterMkLst>
          <pc:docMk/>
          <pc:sldMasterMk cId="250681893" sldId="2147483660"/>
        </pc:sldMasterMkLst>
        <pc:sldLayoutChg chg="addSp delSp modSp mod">
          <pc:chgData name="MANEEWONGWATTANA Pornpimon" userId="5770fb3e-d9d2-4dce-a7be-9f9f568486ce" providerId="ADAL" clId="{516850E8-3D33-4F41-BD02-2008B1A95A27}" dt="2024-11-26T02:57:01.060" v="7" actId="1035"/>
          <pc:sldLayoutMkLst>
            <pc:docMk/>
            <pc:sldMasterMk cId="250681893" sldId="2147483660"/>
            <pc:sldLayoutMk cId="2168479712" sldId="2147483663"/>
          </pc:sldLayoutMkLst>
          <pc:spChg chg="add mod">
            <ac:chgData name="MANEEWONGWATTANA Pornpimon" userId="5770fb3e-d9d2-4dce-a7be-9f9f568486ce" providerId="ADAL" clId="{516850E8-3D33-4F41-BD02-2008B1A95A27}" dt="2024-11-26T02:57:01.060" v="7" actId="1035"/>
            <ac:spMkLst>
              <pc:docMk/>
              <pc:sldMasterMk cId="250681893" sldId="2147483660"/>
              <pc:sldLayoutMk cId="2168479712" sldId="2147483663"/>
              <ac:spMk id="4" creationId="{DFCFC5E1-FF70-5F10-44BA-59E334989DD0}"/>
            </ac:spMkLst>
          </pc:spChg>
          <pc:spChg chg="del">
            <ac:chgData name="MANEEWONGWATTANA Pornpimon" userId="5770fb3e-d9d2-4dce-a7be-9f9f568486ce" providerId="ADAL" clId="{516850E8-3D33-4F41-BD02-2008B1A95A27}" dt="2024-11-26T02:56:38.739" v="0" actId="478"/>
            <ac:spMkLst>
              <pc:docMk/>
              <pc:sldMasterMk cId="250681893" sldId="2147483660"/>
              <pc:sldLayoutMk cId="2168479712" sldId="2147483663"/>
              <ac:spMk id="6" creationId="{7B2BCF6E-2326-4115-B8E4-364E84FA9C99}"/>
            </ac:spMkLst>
          </pc:spChg>
        </pc:sldLayoutChg>
        <pc:sldLayoutChg chg="delSp mod">
          <pc:chgData name="MANEEWONGWATTANA Pornpimon" userId="5770fb3e-d9d2-4dce-a7be-9f9f568486ce" providerId="ADAL" clId="{516850E8-3D33-4F41-BD02-2008B1A95A27}" dt="2024-11-26T02:56:45.177" v="2" actId="478"/>
          <pc:sldLayoutMkLst>
            <pc:docMk/>
            <pc:sldMasterMk cId="250681893" sldId="2147483660"/>
            <pc:sldLayoutMk cId="3773465306" sldId="2147483664"/>
          </pc:sldLayoutMkLst>
          <pc:spChg chg="del">
            <ac:chgData name="MANEEWONGWATTANA Pornpimon" userId="5770fb3e-d9d2-4dce-a7be-9f9f568486ce" providerId="ADAL" clId="{516850E8-3D33-4F41-BD02-2008B1A95A27}" dt="2024-11-26T02:56:45.177" v="2" actId="478"/>
            <ac:spMkLst>
              <pc:docMk/>
              <pc:sldMasterMk cId="250681893" sldId="2147483660"/>
              <pc:sldLayoutMk cId="3773465306" sldId="2147483664"/>
              <ac:spMk id="5" creationId="{3DB2187B-4DD2-4FE0-B774-6192734E093E}"/>
            </ac:spMkLst>
          </pc:spChg>
        </pc:sldLayoutChg>
        <pc:sldLayoutChg chg="delSp mod">
          <pc:chgData name="MANEEWONGWATTANA Pornpimon" userId="5770fb3e-d9d2-4dce-a7be-9f9f568486ce" providerId="ADAL" clId="{516850E8-3D33-4F41-BD02-2008B1A95A27}" dt="2024-11-26T02:56:48.998" v="3" actId="478"/>
          <pc:sldLayoutMkLst>
            <pc:docMk/>
            <pc:sldMasterMk cId="250681893" sldId="2147483660"/>
            <pc:sldLayoutMk cId="1678540685" sldId="2147483672"/>
          </pc:sldLayoutMkLst>
          <pc:spChg chg="del">
            <ac:chgData name="MANEEWONGWATTANA Pornpimon" userId="5770fb3e-d9d2-4dce-a7be-9f9f568486ce" providerId="ADAL" clId="{516850E8-3D33-4F41-BD02-2008B1A95A27}" dt="2024-11-26T02:56:48.998" v="3" actId="478"/>
            <ac:spMkLst>
              <pc:docMk/>
              <pc:sldMasterMk cId="250681893" sldId="2147483660"/>
              <pc:sldLayoutMk cId="1678540685" sldId="2147483672"/>
              <ac:spMk id="6" creationId="{E79C646D-DF5C-44A9-ADF7-D5789388BCE3}"/>
            </ac:spMkLst>
          </pc:spChg>
        </pc:sldLayoutChg>
        <pc:sldLayoutChg chg="delSp mod">
          <pc:chgData name="MANEEWONGWATTANA Pornpimon" userId="5770fb3e-d9d2-4dce-a7be-9f9f568486ce" providerId="ADAL" clId="{516850E8-3D33-4F41-BD02-2008B1A95A27}" dt="2024-11-26T02:56:53.516" v="4" actId="478"/>
          <pc:sldLayoutMkLst>
            <pc:docMk/>
            <pc:sldMasterMk cId="250681893" sldId="2147483660"/>
            <pc:sldLayoutMk cId="2614246751" sldId="2147483674"/>
          </pc:sldLayoutMkLst>
          <pc:spChg chg="del">
            <ac:chgData name="MANEEWONGWATTANA Pornpimon" userId="5770fb3e-d9d2-4dce-a7be-9f9f568486ce" providerId="ADAL" clId="{516850E8-3D33-4F41-BD02-2008B1A95A27}" dt="2024-11-26T02:56:53.516" v="4" actId="478"/>
            <ac:spMkLst>
              <pc:docMk/>
              <pc:sldMasterMk cId="250681893" sldId="2147483660"/>
              <pc:sldLayoutMk cId="2614246751" sldId="2147483674"/>
              <ac:spMk id="4" creationId="{AC069AD5-67F2-4169-A395-F0FFFC562477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4430EB-F318-2DC3-47DA-7F0149E3EE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D99C5-A90F-1B5A-D919-8DCE892B11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82277-A258-47BF-A81E-539851BDDF04}" type="datetimeFigureOut">
              <a:rPr lang="en-US" smtClean="0"/>
              <a:t>26-Nov-24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78A88-6906-7CD8-E474-A241DF1C27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70AEE-A4CB-2C6A-FF4E-7CFD5B53F7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5C1D4-4FD4-4BEA-AB49-9874F2A56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088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70BA6-1F9C-F241-9EAF-F7C972BEE21F}" type="datetimeFigureOut">
              <a:rPr lang="x-none" altLang="ja-JP" smtClean="0"/>
              <a:t>26-Nov-24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7D91F-BA4B-F248-AF7D-B175CB62F99C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68189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7D91F-BA4B-F248-AF7D-B175CB62F99C}" type="slidenum">
              <a:rPr lang="x-none" smtClean="0"/>
              <a:t>3</a:t>
            </a:fld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Stirictly Confidential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2859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9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D90CF983-1887-5278-3178-E902C25F4D0E}"/>
              </a:ext>
            </a:extLst>
          </p:cNvPr>
          <p:cNvSpPr/>
          <p:nvPr userDrawn="1"/>
        </p:nvSpPr>
        <p:spPr>
          <a:xfrm>
            <a:off x="-11152" y="-11151"/>
            <a:ext cx="15326139" cy="13727151"/>
          </a:xfrm>
          <a:custGeom>
            <a:avLst/>
            <a:gdLst>
              <a:gd name="connsiteX0" fmla="*/ 0 w 14942634"/>
              <a:gd name="connsiteY0" fmla="*/ 0 h 13727151"/>
              <a:gd name="connsiteX1" fmla="*/ 0 w 14942634"/>
              <a:gd name="connsiteY1" fmla="*/ 0 h 13727151"/>
              <a:gd name="connsiteX2" fmla="*/ 0 w 14942634"/>
              <a:gd name="connsiteY2" fmla="*/ 13727151 h 13727151"/>
              <a:gd name="connsiteX3" fmla="*/ 5531005 w 14942634"/>
              <a:gd name="connsiteY3" fmla="*/ 13727151 h 13727151"/>
              <a:gd name="connsiteX4" fmla="*/ 14942634 w 14942634"/>
              <a:gd name="connsiteY4" fmla="*/ 4315522 h 13727151"/>
              <a:gd name="connsiteX5" fmla="*/ 10638263 w 14942634"/>
              <a:gd name="connsiteY5" fmla="*/ 11151 h 13727151"/>
              <a:gd name="connsiteX6" fmla="*/ 0 w 14942634"/>
              <a:gd name="connsiteY6" fmla="*/ 0 h 1372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2634" h="13727151">
                <a:moveTo>
                  <a:pt x="0" y="0"/>
                </a:moveTo>
                <a:lnTo>
                  <a:pt x="0" y="0"/>
                </a:lnTo>
                <a:lnTo>
                  <a:pt x="0" y="13727151"/>
                </a:lnTo>
                <a:lnTo>
                  <a:pt x="5531005" y="13727151"/>
                </a:lnTo>
                <a:lnTo>
                  <a:pt x="14942634" y="4315522"/>
                </a:lnTo>
                <a:lnTo>
                  <a:pt x="10638263" y="11151"/>
                </a:lnTo>
                <a:lnTo>
                  <a:pt x="0" y="0"/>
                </a:lnTo>
                <a:close/>
              </a:path>
            </a:pathLst>
          </a:custGeom>
          <a:solidFill>
            <a:srgbClr val="2D2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3" t="17444" r="9224" b="12065"/>
          <a:stretch/>
        </p:blipFill>
        <p:spPr>
          <a:xfrm>
            <a:off x="18783591" y="11754577"/>
            <a:ext cx="5060612" cy="12285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056" y="1294006"/>
            <a:ext cx="13679959" cy="6749087"/>
          </a:xfrm>
          <a:prstGeom prst="rect">
            <a:avLst/>
          </a:prstGeom>
        </p:spPr>
        <p:txBody>
          <a:bodyPr anchor="ctr" anchorCtr="0"/>
          <a:lstStyle>
            <a:lvl1pPr algn="l">
              <a:defRPr sz="8000" b="1" i="0" baseline="0">
                <a:solidFill>
                  <a:schemeClr val="bg2"/>
                </a:solidFill>
                <a:latin typeface="Space Grotesk" pitchFamily="2" charset="77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32D0E0A4-6642-CDB7-A044-B6FC066F581F}"/>
              </a:ext>
            </a:extLst>
          </p:cNvPr>
          <p:cNvSpPr/>
          <p:nvPr userDrawn="1"/>
        </p:nvSpPr>
        <p:spPr>
          <a:xfrm>
            <a:off x="12819993" y="6910501"/>
            <a:ext cx="6030053" cy="6030053"/>
          </a:xfrm>
          <a:prstGeom prst="ellipse">
            <a:avLst/>
          </a:prstGeom>
          <a:solidFill>
            <a:srgbClr val="00A3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D2A26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53B8567D-EAC9-5E4B-55DB-7840DE859117}"/>
              </a:ext>
            </a:extLst>
          </p:cNvPr>
          <p:cNvSpPr/>
          <p:nvPr userDrawn="1"/>
        </p:nvSpPr>
        <p:spPr>
          <a:xfrm>
            <a:off x="17490604" y="2166730"/>
            <a:ext cx="6892989" cy="6892989"/>
          </a:xfrm>
          <a:prstGeom prst="ellipse">
            <a:avLst/>
          </a:prstGeom>
          <a:solidFill>
            <a:srgbClr val="0057C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2D2A26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" name="部分円 11">
            <a:extLst>
              <a:ext uri="{FF2B5EF4-FFF2-40B4-BE49-F238E27FC236}">
                <a16:creationId xmlns:a16="http://schemas.microsoft.com/office/drawing/2014/main" id="{D80D1A78-5D8E-7949-36CA-FA016EE3A81B}"/>
              </a:ext>
            </a:extLst>
          </p:cNvPr>
          <p:cNvSpPr/>
          <p:nvPr userDrawn="1"/>
        </p:nvSpPr>
        <p:spPr>
          <a:xfrm rot="10800000">
            <a:off x="8716599" y="11068677"/>
            <a:ext cx="5265124" cy="5265124"/>
          </a:xfrm>
          <a:prstGeom prst="pie">
            <a:avLst>
              <a:gd name="adj1" fmla="val 0"/>
              <a:gd name="adj2" fmla="val 10840207"/>
            </a:avLst>
          </a:prstGeom>
          <a:solidFill>
            <a:srgbClr val="B0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985D867-5D2E-68C0-CAA0-F4AB73DAE05C}"/>
              </a:ext>
            </a:extLst>
          </p:cNvPr>
          <p:cNvSpPr txBox="1"/>
          <p:nvPr userDrawn="1"/>
        </p:nvSpPr>
        <p:spPr>
          <a:xfrm>
            <a:off x="329184" y="13047126"/>
            <a:ext cx="5061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Internal</a:t>
            </a:r>
            <a:r>
              <a:rPr lang="en-US" sz="2000" baseline="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 Use Only</a:t>
            </a:r>
            <a:r>
              <a:rPr lang="en-US" sz="20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: Memory Disk Division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88828-29D7-375B-B806-6617C5BF71D1}"/>
              </a:ext>
            </a:extLst>
          </p:cNvPr>
          <p:cNvSpPr/>
          <p:nvPr userDrawn="1"/>
        </p:nvSpPr>
        <p:spPr>
          <a:xfrm>
            <a:off x="22498493" y="12919289"/>
            <a:ext cx="1554736" cy="732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, arrow&#10;&#10;Description automatically generated">
            <a:extLst>
              <a:ext uri="{FF2B5EF4-FFF2-40B4-BE49-F238E27FC236}">
                <a16:creationId xmlns:a16="http://schemas.microsoft.com/office/drawing/2014/main" id="{C229A6D6-DA25-094C-889B-427007A59A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493" t="36889" b="10724"/>
          <a:stretch/>
        </p:blipFill>
        <p:spPr>
          <a:xfrm>
            <a:off x="-36576" y="-36576"/>
            <a:ext cx="10792629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47592" y="1156237"/>
            <a:ext cx="6386271" cy="3206357"/>
          </a:xfrm>
          <a:prstGeom prst="rect">
            <a:avLst/>
          </a:prstGeom>
        </p:spPr>
        <p:txBody>
          <a:bodyPr anchor="t"/>
          <a:lstStyle>
            <a:lvl1pPr>
              <a:defRPr sz="7000" b="1" i="0" baseline="0">
                <a:solidFill>
                  <a:schemeClr val="bg1"/>
                </a:solidFill>
                <a:latin typeface="Space Grotesk" pitchFamily="2" charset="77"/>
              </a:defRPr>
            </a:lvl1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028641" y="2851619"/>
            <a:ext cx="12396751" cy="8616950"/>
          </a:xfrm>
          <a:prstGeom prst="rect">
            <a:avLst/>
          </a:prstGeom>
        </p:spPr>
        <p:txBody>
          <a:bodyPr/>
          <a:lstStyle>
            <a:lvl1pPr marL="685823" indent="-1143000">
              <a:buClr>
                <a:schemeClr val="accent2"/>
              </a:buClr>
              <a:buFont typeface="+mj-lt"/>
              <a:buAutoNum type="arabicPeriod"/>
              <a:defRPr sz="6900" b="1" i="0" baseline="0">
                <a:latin typeface="Space Grotesk" pitchFamily="2" charset="77"/>
              </a:defRPr>
            </a:lvl1pPr>
            <a:lvl2pPr marL="0" indent="0">
              <a:buClr>
                <a:schemeClr val="accent2"/>
              </a:buClr>
              <a:buFont typeface="+mj-lt"/>
              <a:buNone/>
              <a:defRPr sz="6900" b="1" i="0" baseline="0">
                <a:latin typeface="Space Grotesk" pitchFamily="2" charset="77"/>
              </a:defRPr>
            </a:lvl2pPr>
            <a:lvl3pPr marL="0" indent="0">
              <a:buClr>
                <a:schemeClr val="accent2"/>
              </a:buClr>
              <a:buFont typeface="+mj-lt"/>
              <a:buNone/>
              <a:defRPr sz="6900" b="1" i="0" baseline="0">
                <a:latin typeface="Space Grotesk" pitchFamily="2" charset="77"/>
              </a:defRPr>
            </a:lvl3pPr>
            <a:lvl4pPr marL="0" indent="0">
              <a:buClr>
                <a:schemeClr val="accent2"/>
              </a:buClr>
              <a:buFont typeface="+mj-lt"/>
              <a:buNone/>
              <a:defRPr sz="6900" b="1" i="0" baseline="0">
                <a:latin typeface="Space Grotesk" pitchFamily="2" charset="77"/>
              </a:defRPr>
            </a:lvl4pPr>
            <a:lvl5pPr marL="0" indent="0">
              <a:buClr>
                <a:schemeClr val="accent2"/>
              </a:buClr>
              <a:buFont typeface="+mj-lt"/>
              <a:buNone/>
              <a:defRPr sz="6900" b="1" i="0" baseline="0">
                <a:latin typeface="Space Grotesk" pitchFamily="2" charset="77"/>
              </a:defRPr>
            </a:lvl5pPr>
          </a:lstStyle>
          <a:p>
            <a:pPr lvl="0"/>
            <a:r>
              <a:rPr lang="en-GB" dirty="0"/>
              <a:t>Click to edit text</a:t>
            </a:r>
          </a:p>
          <a:p>
            <a:pPr lvl="0"/>
            <a:r>
              <a:rPr lang="en-GB" dirty="0"/>
              <a:t>Second level</a:t>
            </a:r>
          </a:p>
          <a:p>
            <a:pPr lvl="0"/>
            <a:r>
              <a:rPr lang="en-GB" dirty="0"/>
              <a:t>Third level</a:t>
            </a:r>
          </a:p>
          <a:p>
            <a:pPr lvl="0"/>
            <a:r>
              <a:rPr lang="en-GB" dirty="0"/>
              <a:t>Fourth level</a:t>
            </a:r>
          </a:p>
          <a:p>
            <a:pPr lvl="0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9380D48-5394-BC40-B7D5-333C66FDDA3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454960" y="6714872"/>
            <a:ext cx="586879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2" tIns="57467" rIns="114932" bIns="57467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BD9899CA-60A7-42A8-A294-442F4C0A1350}" type="slidenum">
              <a:rPr lang="th-TH" sz="1000" b="0" smtClean="0">
                <a:solidFill>
                  <a:schemeClr val="bg1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th-TH" sz="1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74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F550BC-CB1F-E541-A055-E6F153A48D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9178" t="33787" b="41904"/>
          <a:stretch/>
        </p:blipFill>
        <p:spPr>
          <a:xfrm>
            <a:off x="-1" y="1"/>
            <a:ext cx="24415977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484" y="1152526"/>
            <a:ext cx="13932118" cy="2133600"/>
          </a:xfrm>
          <a:prstGeom prst="rect">
            <a:avLst/>
          </a:prstGeom>
        </p:spPr>
        <p:txBody>
          <a:bodyPr anchor="t" anchorCtr="0"/>
          <a:lstStyle>
            <a:lvl1pPr>
              <a:defRPr sz="7000" b="1" i="0" baseline="0">
                <a:latin typeface="Space Grotesk" pitchFamily="2" charset="77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323" y="3286126"/>
            <a:ext cx="13906278" cy="88042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0" b="1" i="0" baseline="0">
                <a:solidFill>
                  <a:schemeClr val="bg1"/>
                </a:solidFill>
                <a:latin typeface="Space Grotesk" pitchFamily="2" charset="77"/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FCFC5E1-FF70-5F10-44BA-59E334989DD0}"/>
              </a:ext>
            </a:extLst>
          </p:cNvPr>
          <p:cNvSpPr txBox="1"/>
          <p:nvPr userDrawn="1"/>
        </p:nvSpPr>
        <p:spPr>
          <a:xfrm>
            <a:off x="329184" y="12983331"/>
            <a:ext cx="5061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Internal</a:t>
            </a:r>
            <a:r>
              <a:rPr lang="en-US" sz="2000" baseline="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 Use Only</a:t>
            </a:r>
            <a:r>
              <a:rPr lang="en-US" sz="20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: Memory Disk Division</a:t>
            </a:r>
          </a:p>
        </p:txBody>
      </p:sp>
    </p:spTree>
    <p:extLst>
      <p:ext uri="{BB962C8B-B14F-4D97-AF65-F5344CB8AC3E}">
        <p14:creationId xmlns:p14="http://schemas.microsoft.com/office/powerpoint/2010/main" val="216847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386" y="1152715"/>
            <a:ext cx="22011078" cy="2651126"/>
          </a:xfrm>
          <a:prstGeom prst="rect">
            <a:avLst/>
          </a:prstGeom>
        </p:spPr>
        <p:txBody>
          <a:bodyPr anchor="t"/>
          <a:lstStyle>
            <a:lvl1pPr>
              <a:defRPr sz="7000" b="1" i="0" baseline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9457" y="4445649"/>
            <a:ext cx="10362526" cy="7710492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 baseline="0">
                <a:latin typeface="Space Grotesk" pitchFamily="2" charset="77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16911" y="4643718"/>
            <a:ext cx="8563186" cy="7512423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000" baseline="0">
                <a:latin typeface="Space Grotesk" pitchFamily="2" charset="77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7346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16911" y="0"/>
            <a:ext cx="11165502" cy="137160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2000" baseline="0">
                <a:latin typeface="Space Grotesk" pitchFamily="2" charset="77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386" y="1152715"/>
            <a:ext cx="11024318" cy="2651126"/>
          </a:xfrm>
          <a:prstGeom prst="rect">
            <a:avLst/>
          </a:prstGeom>
        </p:spPr>
        <p:txBody>
          <a:bodyPr anchor="t"/>
          <a:lstStyle>
            <a:lvl1pPr>
              <a:defRPr sz="7000" b="1" i="0" baseline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9456" y="4445649"/>
            <a:ext cx="11042247" cy="7710492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 baseline="0">
                <a:latin typeface="Space Grotesk" pitchFamily="2" charset="77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7E34484-0572-7A47-8A59-9C99B408043E}"/>
              </a:ext>
            </a:extLst>
          </p:cNvPr>
          <p:cNvSpPr txBox="1">
            <a:spLocks/>
          </p:cNvSpPr>
          <p:nvPr userDrawn="1"/>
        </p:nvSpPr>
        <p:spPr>
          <a:xfrm>
            <a:off x="17402400" y="1289941"/>
            <a:ext cx="548604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 baseline="0">
                <a:solidFill>
                  <a:schemeClr val="tx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dirty="0">
                <a:solidFill>
                  <a:schemeClr val="bg1"/>
                </a:solidFill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167854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385" y="1152715"/>
            <a:ext cx="13652650" cy="2651126"/>
          </a:xfrm>
          <a:prstGeom prst="rect">
            <a:avLst/>
          </a:prstGeom>
        </p:spPr>
        <p:txBody>
          <a:bodyPr anchor="t"/>
          <a:lstStyle>
            <a:lvl1pPr>
              <a:defRPr sz="7000" b="1" i="0" baseline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E9643371-640A-585D-472B-B508DF5AFF36}"/>
              </a:ext>
            </a:extLst>
          </p:cNvPr>
          <p:cNvSpPr/>
          <p:nvPr userDrawn="1"/>
        </p:nvSpPr>
        <p:spPr>
          <a:xfrm>
            <a:off x="15208110" y="3261877"/>
            <a:ext cx="8097832" cy="8097832"/>
          </a:xfrm>
          <a:prstGeom prst="ellipse">
            <a:avLst/>
          </a:prstGeom>
          <a:solidFill>
            <a:srgbClr val="0057C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spcBef>
                <a:spcPts val="0"/>
              </a:spcBef>
              <a:defRPr sz="3200">
                <a:solidFill>
                  <a:srgbClr val="2D2A26"/>
                </a:solidFill>
              </a:defRPr>
            </a:pPr>
            <a:endParaRPr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B4AEE4E5-592D-5606-86E2-6558CFBCF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803" r="34722"/>
          <a:stretch/>
        </p:blipFill>
        <p:spPr>
          <a:xfrm>
            <a:off x="18661851" y="-21265"/>
            <a:ext cx="5778448" cy="4782245"/>
          </a:xfrm>
          <a:prstGeom prst="rect">
            <a:avLst/>
          </a:prstGeom>
        </p:spPr>
      </p:pic>
      <p:pic>
        <p:nvPicPr>
          <p:cNvPr id="7" name="Picture 13" descr="Shape&#10;&#10;Description automatically generated">
            <a:extLst>
              <a:ext uri="{FF2B5EF4-FFF2-40B4-BE49-F238E27FC236}">
                <a16:creationId xmlns:a16="http://schemas.microsoft.com/office/drawing/2014/main" id="{25A2EC75-8CE1-B88B-D6FA-519E40259F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35397"/>
          <a:stretch/>
        </p:blipFill>
        <p:spPr>
          <a:xfrm rot="10800000">
            <a:off x="11028636" y="10454123"/>
            <a:ext cx="8562990" cy="326187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00273" y="3130936"/>
            <a:ext cx="8462683" cy="8359714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2000" baseline="0">
                <a:latin typeface="Space Grotesk" pitchFamily="2" charset="77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0900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483" y="1152526"/>
            <a:ext cx="22222405" cy="2133600"/>
          </a:xfrm>
          <a:prstGeom prst="rect">
            <a:avLst/>
          </a:prstGeom>
        </p:spPr>
        <p:txBody>
          <a:bodyPr anchor="t" anchorCtr="0"/>
          <a:lstStyle>
            <a:lvl1pPr>
              <a:defRPr sz="7000" b="1" i="0" baseline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6B93A7-D68B-4148-809A-3CC7BF8DA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9457" y="4445649"/>
            <a:ext cx="10362526" cy="7710492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 baseline="0">
                <a:latin typeface="Space Grotesk" pitchFamily="2" charset="77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1424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oya 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Text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29613" cy="265112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</a:lvl1pPr>
          </a:lstStyle>
          <a:p>
            <a:r>
              <a:rPr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3354574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1F1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9810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7DA0E8-A81D-FE4E-9602-54B332C84CFE}"/>
              </a:ext>
            </a:extLst>
          </p:cNvPr>
          <p:cNvSpPr txBox="1">
            <a:spLocks/>
          </p:cNvSpPr>
          <p:nvPr userDrawn="1"/>
        </p:nvSpPr>
        <p:spPr>
          <a:xfrm>
            <a:off x="17401191" y="1289941"/>
            <a:ext cx="5486043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 baseline="0">
                <a:solidFill>
                  <a:schemeClr val="tx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x-none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CA625-4C7D-2343-B64A-5E10321F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9613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x-none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9636877-A2E5-5243-BE16-6B727906842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2341712" y="13102217"/>
            <a:ext cx="154401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2" tIns="57467" rIns="114932" bIns="57467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0" dirty="0">
                <a:solidFill>
                  <a:schemeClr val="accent5">
                    <a:lumMod val="95000"/>
                    <a:lumOff val="5000"/>
                  </a:schemeClr>
                </a:solidFill>
                <a:latin typeface="Space Grotesk" pitchFamily="2" charset="77"/>
                <a:cs typeface="Space Grotesk" pitchFamily="2" charset="77"/>
              </a:rPr>
              <a:t>Page </a:t>
            </a:r>
            <a:fld id="{BD9899CA-60A7-42A8-A294-442F4C0A1350}" type="slidenum">
              <a:rPr lang="th-TH" sz="2000" b="0" smtClean="0">
                <a:solidFill>
                  <a:schemeClr val="accent5">
                    <a:lumMod val="95000"/>
                    <a:lumOff val="5000"/>
                  </a:schemeClr>
                </a:solidFill>
                <a:latin typeface="Space Grotesk" pitchFamily="2" charset="77"/>
                <a:cs typeface="Space Grotesk" pitchFamily="2" charset="77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th-TH" sz="2000" b="0" dirty="0">
              <a:solidFill>
                <a:schemeClr val="accent5">
                  <a:lumMod val="95000"/>
                  <a:lumOff val="5000"/>
                </a:schemeClr>
              </a:solidFill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B2F2A85-881C-77D0-8B6D-BF64285A68C8}"/>
              </a:ext>
            </a:extLst>
          </p:cNvPr>
          <p:cNvSpPr txBox="1"/>
          <p:nvPr userDrawn="1"/>
        </p:nvSpPr>
        <p:spPr>
          <a:xfrm>
            <a:off x="329184" y="12962066"/>
            <a:ext cx="5061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Space Grotesk" pitchFamily="2" charset="0"/>
                <a:cs typeface="Space Grotesk" pitchFamily="2" charset="0"/>
              </a:rPr>
              <a:t>Internal</a:t>
            </a:r>
            <a:r>
              <a:rPr lang="en-US" sz="2000" baseline="0" dirty="0">
                <a:solidFill>
                  <a:schemeClr val="tx1"/>
                </a:solidFill>
                <a:latin typeface="Space Grotesk" pitchFamily="2" charset="0"/>
                <a:cs typeface="Space Grotesk" pitchFamily="2" charset="0"/>
              </a:rPr>
              <a:t> Use Only</a:t>
            </a:r>
            <a:r>
              <a:rPr lang="en-US" sz="2000" dirty="0">
                <a:solidFill>
                  <a:schemeClr val="tx1"/>
                </a:solidFill>
                <a:latin typeface="Space Grotesk" pitchFamily="2" charset="0"/>
                <a:cs typeface="Space Grotesk" pitchFamily="2" charset="0"/>
              </a:rPr>
              <a:t>: Memory Disk Division</a:t>
            </a:r>
          </a:p>
        </p:txBody>
      </p:sp>
    </p:spTree>
    <p:extLst>
      <p:ext uri="{BB962C8B-B14F-4D97-AF65-F5344CB8AC3E}">
        <p14:creationId xmlns:p14="http://schemas.microsoft.com/office/powerpoint/2010/main" val="25068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62" r:id="rId2"/>
    <p:sldLayoutId id="2147483663" r:id="rId3"/>
    <p:sldLayoutId id="2147483664" r:id="rId4"/>
    <p:sldLayoutId id="2147483672" r:id="rId5"/>
    <p:sldLayoutId id="2147483673" r:id="rId6"/>
    <p:sldLayoutId id="2147483674" r:id="rId7"/>
    <p:sldLayoutId id="2147483689" r:id="rId8"/>
    <p:sldLayoutId id="2147483690" r:id="rId9"/>
  </p:sldLayoutIdLst>
  <p:hf hd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Space Grotesk Medium" pitchFamily="2" charset="0"/>
          <a:ea typeface="+mj-ea"/>
          <a:cs typeface="Space Grotesk Medium" pitchFamily="2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146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183729-2621-4F9B-9D4A-343DF8B23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056" y="1294007"/>
            <a:ext cx="13506387" cy="510679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13741-9414-5B52-C5B0-5496EA6D8870}"/>
              </a:ext>
            </a:extLst>
          </p:cNvPr>
          <p:cNvSpPr txBox="1">
            <a:spLocks/>
          </p:cNvSpPr>
          <p:nvPr/>
        </p:nvSpPr>
        <p:spPr>
          <a:xfrm>
            <a:off x="627055" y="7577836"/>
            <a:ext cx="8343950" cy="28265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18287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8000" b="1" i="0" kern="1200" baseline="0">
                <a:solidFill>
                  <a:schemeClr val="bg2"/>
                </a:solidFill>
                <a:latin typeface="Space Grotesk" pitchFamily="2" charset="77"/>
                <a:ea typeface="+mj-ea"/>
                <a:cs typeface="Space Grotesk Medium" pitchFamily="2" charset="0"/>
              </a:defRPr>
            </a:lvl1pPr>
          </a:lstStyle>
          <a:p>
            <a:r>
              <a:rPr lang="en-US" sz="5400" dirty="0">
                <a:latin typeface="Space Grotesk" pitchFamily="2" charset="0"/>
                <a:cs typeface="Space Grotesk" pitchFamily="2" charset="0"/>
              </a:rPr>
              <a:t>Function/Section Name</a:t>
            </a:r>
            <a:endParaRPr lang="en-US" sz="4400" dirty="0">
              <a:latin typeface="Space Grotesk" pitchFamily="2" charset="0"/>
              <a:cs typeface="Space Grotesk" pitchFamily="2" charset="0"/>
            </a:endParaRPr>
          </a:p>
          <a:p>
            <a:r>
              <a:rPr lang="en-US" sz="5400" dirty="0">
                <a:latin typeface="Space Grotesk" pitchFamily="2" charset="0"/>
                <a:cs typeface="Space Grotesk" pitchFamily="2" charset="0"/>
              </a:rPr>
              <a:t>Date (DDMMMYY)</a:t>
            </a:r>
          </a:p>
        </p:txBody>
      </p:sp>
    </p:spTree>
    <p:extLst>
      <p:ext uri="{BB962C8B-B14F-4D97-AF65-F5344CB8AC3E}">
        <p14:creationId xmlns:p14="http://schemas.microsoft.com/office/powerpoint/2010/main" val="25819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4EB2-1C16-F42F-3BCF-0DA408B7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21" y="1872929"/>
            <a:ext cx="6386271" cy="3206357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9F10B-6377-22DD-5EDB-66AB9047B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1504" y="2851619"/>
            <a:ext cx="12396751" cy="8616950"/>
          </a:xfrm>
        </p:spPr>
        <p:txBody>
          <a:bodyPr/>
          <a:lstStyle/>
          <a:p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24773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95A5C4F8-60CC-6247-B76B-2DCF3CF2C2A2}"/>
              </a:ext>
            </a:extLst>
          </p:cNvPr>
          <p:cNvSpPr txBox="1"/>
          <p:nvPr/>
        </p:nvSpPr>
        <p:spPr>
          <a:xfrm>
            <a:off x="750673" y="1984592"/>
            <a:ext cx="22909427" cy="378565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GB" sz="4800" dirty="0">
                <a:latin typeface="Space Grotesk" pitchFamily="2" charset="77"/>
              </a:rPr>
              <a:t>Content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</a:pPr>
            <a:r>
              <a:rPr lang="en-GB" sz="4800" dirty="0">
                <a:latin typeface="Space Grotesk" pitchFamily="2" charset="77"/>
              </a:rPr>
              <a:t>……………..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</a:pPr>
            <a:r>
              <a:rPr lang="en-GB" sz="4800" dirty="0">
                <a:latin typeface="Space Grotesk" pitchFamily="2" charset="77"/>
              </a:rPr>
              <a:t>……………..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</a:pPr>
            <a:r>
              <a:rPr lang="en-GB" sz="4800" dirty="0">
                <a:latin typeface="Space Grotesk" pitchFamily="2" charset="77"/>
              </a:rPr>
              <a:t>……………..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</a:pPr>
            <a:r>
              <a:rPr lang="en-GB" sz="4800" dirty="0">
                <a:latin typeface="Space Grotesk" pitchFamily="2" charset="77"/>
              </a:rPr>
              <a:t>……………..  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DD1399AB-3431-20B8-6547-829FBE27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22" y="485445"/>
            <a:ext cx="22919278" cy="1219786"/>
          </a:xfrm>
        </p:spPr>
        <p:txBody>
          <a:bodyPr>
            <a:normAutofit/>
          </a:bodyPr>
          <a:lstStyle/>
          <a:p>
            <a:endParaRPr kumimoji="1" lang="ja-JP" altLang="en-US" sz="6600" b="1" dirty="0">
              <a:solidFill>
                <a:srgbClr val="0070C0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ED829-43CE-DEE4-4586-19B6F9A94890}"/>
              </a:ext>
            </a:extLst>
          </p:cNvPr>
          <p:cNvSpPr txBox="1"/>
          <p:nvPr/>
        </p:nvSpPr>
        <p:spPr>
          <a:xfrm>
            <a:off x="13271156" y="3532800"/>
            <a:ext cx="8204887" cy="686341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Space Grotesk" pitchFamily="2" charset="0"/>
                <a:cs typeface="Space Grotesk" pitchFamily="2" charset="0"/>
              </a:rPr>
              <a:t>Standard Bullet Types:</a:t>
            </a:r>
          </a:p>
          <a:p>
            <a:pPr marL="457200" indent="-457200">
              <a:buClr>
                <a:srgbClr val="0070C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 </a:t>
            </a:r>
          </a:p>
          <a:p>
            <a:pPr marL="457200" indent="-457200">
              <a:buClr>
                <a:srgbClr val="0070C0"/>
              </a:buClr>
              <a:buSzPct val="80000"/>
              <a:buFont typeface="Wingdings 3" panose="05040102010807070707" pitchFamily="18" charset="2"/>
              <a:buChar char="u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 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 </a:t>
            </a:r>
          </a:p>
          <a:p>
            <a:pPr marL="571500" indent="-571500">
              <a:buClr>
                <a:srgbClr val="0070C0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 </a:t>
            </a:r>
          </a:p>
          <a:p>
            <a:pPr>
              <a:buClr>
                <a:srgbClr val="0070C0"/>
              </a:buClr>
              <a:buSzPct val="80000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1) 2) 3)</a:t>
            </a:r>
          </a:p>
          <a:p>
            <a:pPr>
              <a:buClr>
                <a:srgbClr val="0070C0"/>
              </a:buClr>
              <a:buSzPct val="80000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1 2 3</a:t>
            </a:r>
          </a:p>
          <a:p>
            <a:pPr>
              <a:buClr>
                <a:srgbClr val="0070C0"/>
              </a:buClr>
              <a:buSzPct val="80000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A B C</a:t>
            </a:r>
          </a:p>
          <a:p>
            <a:pPr>
              <a:buClr>
                <a:srgbClr val="0070C0"/>
              </a:buClr>
              <a:buSzPct val="80000"/>
            </a:pPr>
            <a:r>
              <a:rPr lang="en-US" sz="4400" dirty="0">
                <a:latin typeface="Space Grotesk" pitchFamily="2" charset="0"/>
                <a:cs typeface="Space Grotesk" pitchFamily="2" charset="0"/>
              </a:rPr>
              <a:t>a) b) c) </a:t>
            </a:r>
          </a:p>
          <a:p>
            <a:pPr marL="742950" indent="-742950">
              <a:buClr>
                <a:srgbClr val="0070C0"/>
              </a:buClr>
              <a:buSzPct val="80000"/>
              <a:buAutoNum type="alphaLcParenR"/>
            </a:pPr>
            <a:endParaRPr lang="en-US" sz="4400" dirty="0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05115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ypography"/>
          <p:cNvSpPr txBox="1"/>
          <p:nvPr/>
        </p:nvSpPr>
        <p:spPr>
          <a:xfrm>
            <a:off x="786808" y="573865"/>
            <a:ext cx="12039506" cy="1020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797" tIns="50797" rIns="50797" bIns="50797">
            <a:spAutoFit/>
          </a:bodyPr>
          <a:lstStyle>
            <a:lvl1pPr>
              <a:lnSpc>
                <a:spcPct val="90000"/>
              </a:lnSpc>
              <a:defRPr sz="7000">
                <a:solidFill>
                  <a:srgbClr val="0057BC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lvl1pPr>
          </a:lstStyle>
          <a:p>
            <a:r>
              <a:rPr lang="en-GB" sz="6600" b="1" dirty="0">
                <a:solidFill>
                  <a:srgbClr val="0057BC"/>
                </a:solidFill>
                <a:latin typeface="Space Grotesk" pitchFamily="2" charset="77"/>
              </a:rPr>
              <a:t>Standard Font Type</a:t>
            </a:r>
            <a:endParaRPr lang="x-none" sz="6600" b="1" baseline="0" dirty="0">
              <a:solidFill>
                <a:srgbClr val="0057BC"/>
              </a:solidFill>
              <a:latin typeface="Space Grotesk" pitchFamily="2" charset="77"/>
            </a:endParaRPr>
          </a:p>
        </p:txBody>
      </p:sp>
      <p:sp>
        <p:nvSpPr>
          <p:cNvPr id="408" name="Use the following as a guide when determining which typeface to use, depending on the language in use."/>
          <p:cNvSpPr txBox="1"/>
          <p:nvPr/>
        </p:nvSpPr>
        <p:spPr>
          <a:xfrm>
            <a:off x="723900" y="2015481"/>
            <a:ext cx="23126700" cy="190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lvl1pPr>
          </a:lstStyle>
          <a:p>
            <a:r>
              <a:rPr sz="4400" dirty="0"/>
              <a:t>Use the following as a guide when determining which typeface to use, depending on the language in use</a:t>
            </a:r>
            <a:r>
              <a:rPr lang="en-US" sz="4400" dirty="0"/>
              <a:t>:</a:t>
            </a:r>
            <a:endParaRPr sz="4400" dirty="0"/>
          </a:p>
        </p:txBody>
      </p:sp>
      <p:sp>
        <p:nvSpPr>
          <p:cNvPr id="409" name="Think Forward Together…"/>
          <p:cNvSpPr txBox="1"/>
          <p:nvPr/>
        </p:nvSpPr>
        <p:spPr>
          <a:xfrm>
            <a:off x="8400494" y="3937834"/>
            <a:ext cx="10591548" cy="1029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/>
          <a:p>
            <a:pPr>
              <a:lnSpc>
                <a:spcPct val="110000"/>
              </a:lnSpc>
              <a:defRPr sz="5000">
                <a:solidFill>
                  <a:srgbClr val="0057BC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sz="4400" dirty="0"/>
              <a:t>Think Forward Together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" name="English…"/>
          <p:cNvSpPr txBox="1"/>
          <p:nvPr/>
        </p:nvSpPr>
        <p:spPr>
          <a:xfrm>
            <a:off x="3184021" y="4062093"/>
            <a:ext cx="4971436" cy="3969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Autofit/>
          </a:bodyPr>
          <a:lstStyle/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rPr sz="4000" dirty="0"/>
              <a:t>English</a:t>
            </a:r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sz="4000" dirty="0"/>
              <a:t>Space Grotesk</a:t>
            </a:r>
          </a:p>
        </p:txBody>
      </p:sp>
      <p:sp>
        <p:nvSpPr>
          <p:cNvPr id="411" name="คิดไปข้างหน้าด้วยกัน"/>
          <p:cNvSpPr txBox="1"/>
          <p:nvPr/>
        </p:nvSpPr>
        <p:spPr>
          <a:xfrm>
            <a:off x="8425209" y="7314794"/>
            <a:ext cx="10591548" cy="921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5000">
                <a:solidFill>
                  <a:srgbClr val="0057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5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คิดไปข้างหน้าด้วยกัน</a:t>
            </a:r>
            <a:endParaRPr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2" name="Thai…"/>
          <p:cNvSpPr txBox="1"/>
          <p:nvPr/>
        </p:nvSpPr>
        <p:spPr>
          <a:xfrm>
            <a:off x="3184021" y="7407716"/>
            <a:ext cx="4971436" cy="148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/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rPr sz="4000" dirty="0"/>
              <a:t>Thai</a:t>
            </a:r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en-US" sz="4000" dirty="0"/>
              <a:t>Tahoma</a:t>
            </a:r>
            <a:endParaRPr sz="4000" dirty="0"/>
          </a:p>
        </p:txBody>
      </p:sp>
      <p:sp>
        <p:nvSpPr>
          <p:cNvPr id="14" name="Thai…">
            <a:extLst>
              <a:ext uri="{FF2B5EF4-FFF2-40B4-BE49-F238E27FC236}">
                <a16:creationId xmlns:a16="http://schemas.microsoft.com/office/drawing/2014/main" id="{72B06128-1D99-44A6-9378-F777823F5FCF}"/>
              </a:ext>
            </a:extLst>
          </p:cNvPr>
          <p:cNvSpPr txBox="1"/>
          <p:nvPr/>
        </p:nvSpPr>
        <p:spPr>
          <a:xfrm>
            <a:off x="3195873" y="8895546"/>
            <a:ext cx="4971436" cy="148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/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rPr lang="en-US" sz="4000" dirty="0"/>
              <a:t>Laos</a:t>
            </a:r>
            <a:endParaRPr sz="4000" dirty="0"/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en-US" sz="4000" dirty="0" err="1">
                <a:solidFill>
                  <a:srgbClr val="201F1E"/>
                </a:solidFill>
                <a:latin typeface="Space Grotesk" pitchFamily="2" charset="0"/>
              </a:rPr>
              <a:t>Saysettha</a:t>
            </a:r>
            <a:r>
              <a:rPr lang="en-US" sz="4000" dirty="0">
                <a:solidFill>
                  <a:srgbClr val="201F1E"/>
                </a:solidFill>
                <a:latin typeface="Space Grotesk" pitchFamily="2" charset="0"/>
              </a:rPr>
              <a:t> OT   </a:t>
            </a:r>
            <a:endParaRPr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517FDD-E3DB-41F6-A382-279B5878E993}"/>
              </a:ext>
            </a:extLst>
          </p:cNvPr>
          <p:cNvSpPr txBox="1"/>
          <p:nvPr/>
        </p:nvSpPr>
        <p:spPr>
          <a:xfrm>
            <a:off x="8425205" y="8841921"/>
            <a:ext cx="12187742" cy="9607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5000">
                <a:solidFill>
                  <a:srgbClr val="0057BC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lo-LA" sz="5400" dirty="0"/>
              <a:t>ຄດິ ໄປຂາ້ງໜາ້ຮວ່ ມກນັ</a:t>
            </a:r>
            <a:endParaRPr lang="en-US" sz="5400" dirty="0">
              <a:solidFill>
                <a:srgbClr val="0057BC"/>
              </a:solidFill>
            </a:endParaRPr>
          </a:p>
        </p:txBody>
      </p:sp>
      <p:sp>
        <p:nvSpPr>
          <p:cNvPr id="18" name="Thai…">
            <a:extLst>
              <a:ext uri="{FF2B5EF4-FFF2-40B4-BE49-F238E27FC236}">
                <a16:creationId xmlns:a16="http://schemas.microsoft.com/office/drawing/2014/main" id="{A02FAF05-0644-40DD-9451-52C03670186E}"/>
              </a:ext>
            </a:extLst>
          </p:cNvPr>
          <p:cNvSpPr txBox="1"/>
          <p:nvPr/>
        </p:nvSpPr>
        <p:spPr>
          <a:xfrm>
            <a:off x="3184021" y="10618196"/>
            <a:ext cx="4971436" cy="148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/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Bold"/>
                <a:ea typeface="Space Grotesk Bold"/>
                <a:cs typeface="Space Grotesk Bold"/>
                <a:sym typeface="Space Grotesk Bold"/>
              </a:defRPr>
            </a:pPr>
            <a:r>
              <a:rPr lang="en-US" sz="4000" dirty="0"/>
              <a:t>Japanese</a:t>
            </a:r>
            <a:endParaRPr sz="4000" dirty="0"/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en-US" sz="4000" dirty="0" err="1">
                <a:solidFill>
                  <a:srgbClr val="201F1E"/>
                </a:solidFill>
                <a:latin typeface="Space Grotesk" pitchFamily="2" charset="0"/>
              </a:rPr>
              <a:t>Meiryo</a:t>
            </a:r>
            <a:endParaRPr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183BB-EA64-4C9D-B8BC-06C93C8D0456}"/>
              </a:ext>
            </a:extLst>
          </p:cNvPr>
          <p:cNvSpPr txBox="1"/>
          <p:nvPr/>
        </p:nvSpPr>
        <p:spPr>
          <a:xfrm>
            <a:off x="8301640" y="10713946"/>
            <a:ext cx="12187742" cy="8371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5000">
                <a:solidFill>
                  <a:srgbClr val="0057BC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ja-JP" altLang="en-US" sz="4400" dirty="0">
                <a:solidFill>
                  <a:srgbClr val="0057BC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未来に向けて共に考えて行こう</a:t>
            </a:r>
            <a:endParaRPr lang="en-US" sz="4400" dirty="0">
              <a:solidFill>
                <a:srgbClr val="0057BC"/>
              </a:solidFill>
            </a:endParaRPr>
          </a:p>
        </p:txBody>
      </p:sp>
      <p:sp>
        <p:nvSpPr>
          <p:cNvPr id="2" name="English…">
            <a:extLst>
              <a:ext uri="{FF2B5EF4-FFF2-40B4-BE49-F238E27FC236}">
                <a16:creationId xmlns:a16="http://schemas.microsoft.com/office/drawing/2014/main" id="{186C6245-36BD-B79F-23C9-73B5358E405C}"/>
              </a:ext>
            </a:extLst>
          </p:cNvPr>
          <p:cNvSpPr txBox="1"/>
          <p:nvPr/>
        </p:nvSpPr>
        <p:spPr>
          <a:xfrm>
            <a:off x="3145902" y="5771883"/>
            <a:ext cx="4971436" cy="1382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Autofit/>
          </a:bodyPr>
          <a:lstStyle/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en-US" sz="4000" b="1" dirty="0"/>
              <a:t>Vietnamese</a:t>
            </a:r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lang="en-US" sz="4000" dirty="0"/>
              <a:t>Times New Roman</a:t>
            </a:r>
          </a:p>
          <a:p>
            <a:pPr>
              <a:lnSpc>
                <a:spcPct val="110000"/>
              </a:lnSpc>
              <a:defRPr sz="3000">
                <a:solidFill>
                  <a:srgbClr val="000000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endParaRPr sz="4000" dirty="0"/>
          </a:p>
        </p:txBody>
      </p:sp>
      <p:sp>
        <p:nvSpPr>
          <p:cNvPr id="3" name="Think Forward Together…">
            <a:extLst>
              <a:ext uri="{FF2B5EF4-FFF2-40B4-BE49-F238E27FC236}">
                <a16:creationId xmlns:a16="http://schemas.microsoft.com/office/drawing/2014/main" id="{F7906E96-E2F7-7475-6A15-9465E6CA28A4}"/>
              </a:ext>
            </a:extLst>
          </p:cNvPr>
          <p:cNvSpPr txBox="1"/>
          <p:nvPr/>
        </p:nvSpPr>
        <p:spPr>
          <a:xfrm>
            <a:off x="8379896" y="5647188"/>
            <a:ext cx="10591548" cy="1236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0638" tIns="40638" rIns="40638" bIns="40638">
            <a:normAutofit/>
          </a:bodyPr>
          <a:lstStyle/>
          <a:p>
            <a:pPr>
              <a:lnSpc>
                <a:spcPct val="110000"/>
              </a:lnSpc>
              <a:defRPr sz="5000">
                <a:solidFill>
                  <a:srgbClr val="0057BC"/>
                </a:solidFill>
                <a:latin typeface="Space Grotesk Regular"/>
                <a:ea typeface="Space Grotesk Regular"/>
                <a:cs typeface="Space Grotesk Regular"/>
                <a:sym typeface="Space Grotesk Regular"/>
              </a:defRPr>
            </a:pP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3B517-2587-9C03-8045-576222C46BE1}"/>
              </a:ext>
            </a:extLst>
          </p:cNvPr>
          <p:cNvSpPr txBox="1"/>
          <p:nvPr/>
        </p:nvSpPr>
        <p:spPr>
          <a:xfrm>
            <a:off x="17138821" y="6335264"/>
            <a:ext cx="5684108" cy="283464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en-US" sz="4400" dirty="0">
                <a:latin typeface="Space Grotesk" pitchFamily="2" charset="0"/>
                <a:cs typeface="Space Grotesk" pitchFamily="2" charset="0"/>
              </a:rPr>
              <a:t>Font Size should not be too small to be seen on screen</a:t>
            </a:r>
          </a:p>
        </p:txBody>
      </p:sp>
    </p:spTree>
    <p:extLst>
      <p:ext uri="{BB962C8B-B14F-4D97-AF65-F5344CB8AC3E}">
        <p14:creationId xmlns:p14="http://schemas.microsoft.com/office/powerpoint/2010/main" val="2528370180"/>
      </p:ext>
    </p:extLst>
  </p:cSld>
  <p:clrMapOvr>
    <a:masterClrMapping/>
  </p:clrMapOvr>
  <p:transition spd="med" advTm="22487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50570F8C-61D0-7743-BD91-EFDF569D78AA}"/>
              </a:ext>
            </a:extLst>
          </p:cNvPr>
          <p:cNvSpPr txBox="1"/>
          <p:nvPr/>
        </p:nvSpPr>
        <p:spPr>
          <a:xfrm>
            <a:off x="946067" y="6195905"/>
            <a:ext cx="12152098" cy="116955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7000" b="1" dirty="0">
                <a:solidFill>
                  <a:schemeClr val="bg1"/>
                </a:solidFill>
                <a:latin typeface="Space Grotesk" pitchFamily="2" charset="77"/>
              </a:rPr>
              <a:t>Content Title</a:t>
            </a:r>
            <a:endParaRPr lang="x-none" sz="7000" b="1" baseline="0" dirty="0">
              <a:solidFill>
                <a:schemeClr val="bg1"/>
              </a:solidFill>
              <a:latin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016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FB088F0-6479-9639-55D5-94B84FBC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22" y="534873"/>
            <a:ext cx="13652650" cy="1219786"/>
          </a:xfrm>
        </p:spPr>
        <p:txBody>
          <a:bodyPr>
            <a:normAutofit/>
          </a:bodyPr>
          <a:lstStyle/>
          <a:p>
            <a:endParaRPr kumimoji="1" lang="ja-JP" altLang="en-US" sz="6600" dirty="0"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733868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HOYA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2153B1"/>
      </a:accent1>
      <a:accent2>
        <a:srgbClr val="00A2DD"/>
      </a:accent2>
      <a:accent3>
        <a:srgbClr val="AEB5B3"/>
      </a:accent3>
      <a:accent4>
        <a:srgbClr val="2C2D28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D V1.4" id="{AC411B6C-E079-4882-836E-CEEDA605EA17}" vid="{9C6F6562-3F40-4BB9-A977-F516F5F16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V1.4 MD[1]</Template>
  <TotalTime>145</TotalTime>
  <Words>131</Words>
  <Application>Microsoft Office PowerPoint</Application>
  <PresentationFormat>Custom</PresentationFormat>
  <Paragraphs>39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Meiryo</vt:lpstr>
      <vt:lpstr>Aptos</vt:lpstr>
      <vt:lpstr>Arial</vt:lpstr>
      <vt:lpstr>Calibri</vt:lpstr>
      <vt:lpstr>Space Grotesk</vt:lpstr>
      <vt:lpstr>Space Grotesk Medium</vt:lpstr>
      <vt:lpstr>Tahoma</vt:lpstr>
      <vt:lpstr>Times New Roman</vt:lpstr>
      <vt:lpstr>Wingdings</vt:lpstr>
      <vt:lpstr>Wingdings 3</vt:lpstr>
      <vt:lpstr>ホワイト</vt:lpstr>
      <vt:lpstr>Title</vt:lpstr>
      <vt:lpstr>Contents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NISHIMORI Kenichi (MD HUSA)</dc:creator>
  <cp:lastModifiedBy>MANEEWONGWATTANA Pornpimon</cp:lastModifiedBy>
  <cp:revision>13</cp:revision>
  <dcterms:created xsi:type="dcterms:W3CDTF">2021-09-16T19:18:50Z</dcterms:created>
  <dcterms:modified xsi:type="dcterms:W3CDTF">2024-11-26T04:52:27Z</dcterms:modified>
</cp:coreProperties>
</file>